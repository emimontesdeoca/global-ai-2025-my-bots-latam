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4229" r:id="rId4"/>
  </p:sldMasterIdLst>
  <p:notesMasterIdLst>
    <p:notesMasterId r:id="rId22"/>
  </p:notesMasterIdLst>
  <p:handoutMasterIdLst>
    <p:handoutMasterId r:id="rId23"/>
  </p:handoutMasterIdLst>
  <p:sldIdLst>
    <p:sldId id="2147482341" r:id="rId5"/>
    <p:sldId id="260" r:id="rId6"/>
    <p:sldId id="2147482331" r:id="rId7"/>
    <p:sldId id="2147482332" r:id="rId8"/>
    <p:sldId id="2147482333" r:id="rId9"/>
    <p:sldId id="2147482334" r:id="rId10"/>
    <p:sldId id="2147482335" r:id="rId11"/>
    <p:sldId id="2147482336" r:id="rId12"/>
    <p:sldId id="2147482337" r:id="rId13"/>
    <p:sldId id="2147482339" r:id="rId14"/>
    <p:sldId id="2147482340" r:id="rId15"/>
    <p:sldId id="2147482343" r:id="rId16"/>
    <p:sldId id="2147482344" r:id="rId17"/>
    <p:sldId id="2147482345" r:id="rId18"/>
    <p:sldId id="2147482342" r:id="rId19"/>
    <p:sldId id="2147482338" r:id="rId20"/>
    <p:sldId id="2147482330" r:id="rId21"/>
  </p:sldIdLst>
  <p:sldSz cx="12192000" cy="6858000"/>
  <p:notesSz cx="6858000" cy="1123950"/>
  <p:embeddedFontLst>
    <p:embeddedFont>
      <p:font typeface="Lufga" panose="020B0604020202020204" charset="0"/>
      <p:regular r:id="rId24"/>
      <p:bold r:id="rId25"/>
    </p:embeddedFont>
    <p:embeddedFont>
      <p:font typeface="Quicksand" panose="020B0604020202020204" charset="0"/>
      <p:regular r:id="rId26"/>
      <p:bold r:id="rId27"/>
    </p:embeddedFont>
    <p:embeddedFont>
      <p:font typeface="Segoe UI" panose="020B0502040204020203" pitchFamily="34" charset="0"/>
      <p:regular r:id="rId28"/>
      <p:bold r:id="rId29"/>
      <p:italic r:id="rId30"/>
      <p:boldItalic r:id="rId31"/>
    </p:embeddedFont>
    <p:embeddedFont>
      <p:font typeface="Segoe UI Semibold" panose="020B0702040204020203" pitchFamily="34" charset="0"/>
      <p:bold r:id="rId32"/>
      <p:boldItalic r:id="rId33"/>
    </p:embeddedFont>
  </p:embeddedFont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0B87CD4C-B335-2E4F-9037-92D383628548}">
          <p14:sldIdLst/>
        </p14:section>
        <p14:section name="Microsoft AI Tour - BRK440" id="{5E174FA5-E68B-46F1-90F9-8D8AC2CB06F9}">
          <p14:sldIdLst>
            <p14:sldId id="2147482341"/>
            <p14:sldId id="260"/>
            <p14:sldId id="2147482331"/>
            <p14:sldId id="2147482332"/>
            <p14:sldId id="2147482333"/>
            <p14:sldId id="2147482334"/>
            <p14:sldId id="2147482335"/>
            <p14:sldId id="2147482336"/>
            <p14:sldId id="2147482337"/>
            <p14:sldId id="2147482339"/>
            <p14:sldId id="2147482340"/>
            <p14:sldId id="2147482343"/>
            <p14:sldId id="2147482344"/>
            <p14:sldId id="2147482345"/>
            <p14:sldId id="2147482342"/>
            <p14:sldId id="2147482338"/>
            <p14:sldId id="214748233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C4DA09-A143-8FFA-254E-10C8880A7B10}" name="Saku Uchikawa" initials="SU" userId="Anonymous_Saku Uchikawa" providerId="None"/>
  <p188:author id="{C63BA02A-5714-5771-7642-0EA7EE223E07}" name="Damian Brady" initials="DB" userId="S::dabrady@microsoft.com::35ff02a3-97e8-489f-85d5-faec4ffe8341" providerId="AD"/>
  <p188:author id="{2EFD172E-C533-0181-99D3-961D485BFB69}" name="Monica Lueder" initials="ML" userId="S-1-5-21-2127521184-1604012920-1887927527-2598260" providerId="AD"/>
  <p188:author id="{7D451F5A-BE8B-12E1-A46B-F5E28D3A683C}" name="Stephanie Morillo" initials="SM" userId="S::stmorill@microsoft.com::97c4088f-a83d-4e91-bd62-488094ec7e75" providerId="AD"/>
  <p188:author id="{B3D18764-E50E-DF36-9CE8-061B19BE6AF6}" name="Mary Feil-Jacobs" initials="MFJ" userId="Anonymous_Mary Feil-Jacobs" providerId="None"/>
  <p188:author id="{BBE3BE71-3A24-FEB8-2869-B489845E5FB4}" name="Karina Ung" initials="KU" userId="S::karun@microsoft.com::f88cf1fa-7dbd-41b3-9345-55c2b74458aa" providerId="AD"/>
  <p188:author id="{2023349B-CAFF-74E6-6121-D767A4F4B0D7}" name="Lacey Butler" initials="LB" userId="S::labutle@microsoft.com::faf0500f-2275-4139-996d-e89c710b1c13" providerId="AD"/>
  <p188:author id="{7CB4EFA1-7489-BC7D-2548-C21E2E19083B}" name="John Papa" initials="JP" userId="S::jopapa@microsoft.com::3e1ddf95-ae49-4e38-aa10-93493e1fece5" providerId="AD"/>
  <p188:author id="{903D06F5-1E01-5A4A-2E05-DDFB59BD23BB}" name="Mary Feil-Jacobs" initials="MF" userId="S-1-5-21-2127521184-1604012920-1887927527-65006" providerId="AD"/>
  <p188:author id="{0B8A32FE-F1CE-98DE-B0BD-3BDEA804FD72}" name="Tracy Tran" initials="TT" userId="S::tracyt@microsoft.com::7b485f56-8fe8-4efc-a1b3-85e720327ac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7979"/>
    <a:srgbClr val="23274E"/>
    <a:srgbClr val="141D4E"/>
    <a:srgbClr val="D6532B"/>
    <a:srgbClr val="43444A"/>
    <a:srgbClr val="FEF000"/>
    <a:srgbClr val="9CF00D"/>
    <a:srgbClr val="FFFFFF"/>
    <a:srgbClr val="FF9349"/>
    <a:srgbClr val="0078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4768C7-A382-0343-B975-B9CD92EAF041}" v="53" dt="2025-04-07T21:09:40.1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3" autoAdjust="0"/>
    <p:restoredTop sz="94576" autoAdjust="0"/>
  </p:normalViewPr>
  <p:slideViewPr>
    <p:cSldViewPr snapToGrid="0">
      <p:cViewPr varScale="1">
        <p:scale>
          <a:sx n="108" d="100"/>
          <a:sy n="108" d="100"/>
        </p:scale>
        <p:origin x="120" y="485"/>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p:scale>
          <a:sx n="1" d="2"/>
          <a:sy n="1" d="2"/>
        </p:scale>
        <p:origin x="4042" y="258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nnin Percy Cenas Vásquez" userId="0294b97d-055f-4c17-ac0d-96794554b498" providerId="ADAL" clId="{A64768C7-A382-0343-B975-B9CD92EAF041}"/>
    <pc:docChg chg="undo custSel addSld delSld modSld sldOrd modMainMaster modSection">
      <pc:chgData name="Lennin Percy Cenas Vásquez" userId="0294b97d-055f-4c17-ac0d-96794554b498" providerId="ADAL" clId="{A64768C7-A382-0343-B975-B9CD92EAF041}" dt="2025-04-07T21:10:15.605" v="619" actId="20577"/>
      <pc:docMkLst>
        <pc:docMk/>
      </pc:docMkLst>
      <pc:sldChg chg="addSp delSp modSp mod">
        <pc:chgData name="Lennin Percy Cenas Vásquez" userId="0294b97d-055f-4c17-ac0d-96794554b498" providerId="ADAL" clId="{A64768C7-A382-0343-B975-B9CD92EAF041}" dt="2025-04-07T20:57:49.669" v="390" actId="478"/>
        <pc:sldMkLst>
          <pc:docMk/>
          <pc:sldMk cId="2902263959" sldId="256"/>
        </pc:sldMkLst>
        <pc:spChg chg="add del mod">
          <ac:chgData name="Lennin Percy Cenas Vásquez" userId="0294b97d-055f-4c17-ac0d-96794554b498" providerId="ADAL" clId="{A64768C7-A382-0343-B975-B9CD92EAF041}" dt="2025-04-07T18:09:30.268" v="15"/>
          <ac:spMkLst>
            <pc:docMk/>
            <pc:sldMk cId="2902263959" sldId="256"/>
            <ac:spMk id="5" creationId="{ECBCE15B-46F9-0CBE-EB32-DB26B6FFE71D}"/>
          </ac:spMkLst>
        </pc:spChg>
        <pc:spChg chg="add del mod">
          <ac:chgData name="Lennin Percy Cenas Vásquez" userId="0294b97d-055f-4c17-ac0d-96794554b498" providerId="ADAL" clId="{A64768C7-A382-0343-B975-B9CD92EAF041}" dt="2025-04-07T18:09:37.625" v="18"/>
          <ac:spMkLst>
            <pc:docMk/>
            <pc:sldMk cId="2902263959" sldId="256"/>
            <ac:spMk id="6" creationId="{A404451E-F6C5-3753-BAFD-6B15E38575EC}"/>
          </ac:spMkLst>
        </pc:spChg>
        <pc:spChg chg="add del mod">
          <ac:chgData name="Lennin Percy Cenas Vásquez" userId="0294b97d-055f-4c17-ac0d-96794554b498" providerId="ADAL" clId="{A64768C7-A382-0343-B975-B9CD92EAF041}" dt="2025-04-07T20:57:48.598" v="389" actId="478"/>
          <ac:spMkLst>
            <pc:docMk/>
            <pc:sldMk cId="2902263959" sldId="256"/>
            <ac:spMk id="8" creationId="{3348D7A6-087E-466F-865A-CC8D4A34D229}"/>
          </ac:spMkLst>
        </pc:spChg>
        <pc:spChg chg="add del mod">
          <ac:chgData name="Lennin Percy Cenas Vásquez" userId="0294b97d-055f-4c17-ac0d-96794554b498" providerId="ADAL" clId="{A64768C7-A382-0343-B975-B9CD92EAF041}" dt="2025-04-07T20:44:24.818" v="194"/>
          <ac:spMkLst>
            <pc:docMk/>
            <pc:sldMk cId="2902263959" sldId="256"/>
            <ac:spMk id="9" creationId="{4EEEC53E-FC03-5A31-0B85-320005B89C91}"/>
          </ac:spMkLst>
        </pc:spChg>
        <pc:spChg chg="add del mod">
          <ac:chgData name="Lennin Percy Cenas Vásquez" userId="0294b97d-055f-4c17-ac0d-96794554b498" providerId="ADAL" clId="{A64768C7-A382-0343-B975-B9CD92EAF041}" dt="2025-04-07T20:45:28.322" v="200"/>
          <ac:spMkLst>
            <pc:docMk/>
            <pc:sldMk cId="2902263959" sldId="256"/>
            <ac:spMk id="12" creationId="{FEAC2E44-A43E-0A6E-ECF8-5B05635613CB}"/>
          </ac:spMkLst>
        </pc:spChg>
        <pc:picChg chg="add del mod">
          <ac:chgData name="Lennin Percy Cenas Vásquez" userId="0294b97d-055f-4c17-ac0d-96794554b498" providerId="ADAL" clId="{A64768C7-A382-0343-B975-B9CD92EAF041}" dt="2025-04-07T20:57:49.669" v="390" actId="478"/>
          <ac:picMkLst>
            <pc:docMk/>
            <pc:sldMk cId="2902263959" sldId="256"/>
            <ac:picMk id="7" creationId="{B0C35B8F-A762-E9BA-AF56-5F32DE2CF9D0}"/>
          </ac:picMkLst>
        </pc:picChg>
        <pc:picChg chg="add del mod">
          <ac:chgData name="Lennin Percy Cenas Vásquez" userId="0294b97d-055f-4c17-ac0d-96794554b498" providerId="ADAL" clId="{A64768C7-A382-0343-B975-B9CD92EAF041}" dt="2025-04-07T20:45:09.587" v="197" actId="478"/>
          <ac:picMkLst>
            <pc:docMk/>
            <pc:sldMk cId="2902263959" sldId="256"/>
            <ac:picMk id="11" creationId="{D364EDD9-0A46-D496-D900-518A7CB6F8B5}"/>
          </ac:picMkLst>
        </pc:picChg>
      </pc:sldChg>
      <pc:sldChg chg="addSp delSp modSp mod ord">
        <pc:chgData name="Lennin Percy Cenas Vásquez" userId="0294b97d-055f-4c17-ac0d-96794554b498" providerId="ADAL" clId="{A64768C7-A382-0343-B975-B9CD92EAF041}" dt="2025-04-07T20:42:35.981" v="189"/>
        <pc:sldMkLst>
          <pc:docMk/>
          <pc:sldMk cId="3197209028" sldId="258"/>
        </pc:sldMkLst>
        <pc:spChg chg="mod">
          <ac:chgData name="Lennin Percy Cenas Vásquez" userId="0294b97d-055f-4c17-ac0d-96794554b498" providerId="ADAL" clId="{A64768C7-A382-0343-B975-B9CD92EAF041}" dt="2025-04-07T20:27:22.526" v="131" actId="20577"/>
          <ac:spMkLst>
            <pc:docMk/>
            <pc:sldMk cId="3197209028" sldId="258"/>
            <ac:spMk id="2" creationId="{66AAD1B6-06AD-7B36-53E3-200EAE1C3DA1}"/>
          </ac:spMkLst>
        </pc:spChg>
        <pc:spChg chg="add del mod">
          <ac:chgData name="Lennin Percy Cenas Vásquez" userId="0294b97d-055f-4c17-ac0d-96794554b498" providerId="ADAL" clId="{A64768C7-A382-0343-B975-B9CD92EAF041}" dt="2025-04-07T20:42:35.981" v="189"/>
          <ac:spMkLst>
            <pc:docMk/>
            <pc:sldMk cId="3197209028" sldId="258"/>
            <ac:spMk id="3" creationId="{76009D1D-7CB6-5804-2AD4-FFFCC8ED9CD8}"/>
          </ac:spMkLst>
        </pc:spChg>
      </pc:sldChg>
      <pc:sldChg chg="addSp delSp modSp mod">
        <pc:chgData name="Lennin Percy Cenas Vásquez" userId="0294b97d-055f-4c17-ac0d-96794554b498" providerId="ADAL" clId="{A64768C7-A382-0343-B975-B9CD92EAF041}" dt="2025-04-07T20:57:53.467" v="392" actId="478"/>
        <pc:sldMkLst>
          <pc:docMk/>
          <pc:sldMk cId="1624715385" sldId="259"/>
        </pc:sldMkLst>
        <pc:spChg chg="add del mod">
          <ac:chgData name="Lennin Percy Cenas Vásquez" userId="0294b97d-055f-4c17-ac0d-96794554b498" providerId="ADAL" clId="{A64768C7-A382-0343-B975-B9CD92EAF041}" dt="2025-04-07T20:57:52.744" v="391" actId="478"/>
          <ac:spMkLst>
            <pc:docMk/>
            <pc:sldMk cId="1624715385" sldId="259"/>
            <ac:spMk id="3" creationId="{19B429AB-58D8-BE68-F0FD-F04FF103DE71}"/>
          </ac:spMkLst>
        </pc:spChg>
        <pc:picChg chg="add del mod">
          <ac:chgData name="Lennin Percy Cenas Vásquez" userId="0294b97d-055f-4c17-ac0d-96794554b498" providerId="ADAL" clId="{A64768C7-A382-0343-B975-B9CD92EAF041}" dt="2025-04-07T20:57:53.467" v="392" actId="478"/>
          <ac:picMkLst>
            <pc:docMk/>
            <pc:sldMk cId="1624715385" sldId="259"/>
            <ac:picMk id="4" creationId="{225BB318-B471-5F6E-DA5D-E3E602E4FF9E}"/>
          </ac:picMkLst>
        </pc:picChg>
      </pc:sldChg>
      <pc:sldChg chg="addSp delSp modSp mod">
        <pc:chgData name="Lennin Percy Cenas Vásquez" userId="0294b97d-055f-4c17-ac0d-96794554b498" providerId="ADAL" clId="{A64768C7-A382-0343-B975-B9CD92EAF041}" dt="2025-04-07T20:57:57.223" v="394" actId="478"/>
        <pc:sldMkLst>
          <pc:docMk/>
          <pc:sldMk cId="1788718837" sldId="260"/>
        </pc:sldMkLst>
        <pc:spChg chg="add del mod">
          <ac:chgData name="Lennin Percy Cenas Vásquez" userId="0294b97d-055f-4c17-ac0d-96794554b498" providerId="ADAL" clId="{A64768C7-A382-0343-B975-B9CD92EAF041}" dt="2025-04-07T20:57:56.515" v="393" actId="478"/>
          <ac:spMkLst>
            <pc:docMk/>
            <pc:sldMk cId="1788718837" sldId="260"/>
            <ac:spMk id="4" creationId="{C2AFFB88-3A49-F40F-5173-DF5F669C8204}"/>
          </ac:spMkLst>
        </pc:spChg>
        <pc:picChg chg="add del mod">
          <ac:chgData name="Lennin Percy Cenas Vásquez" userId="0294b97d-055f-4c17-ac0d-96794554b498" providerId="ADAL" clId="{A64768C7-A382-0343-B975-B9CD92EAF041}" dt="2025-04-07T20:57:57.223" v="394" actId="478"/>
          <ac:picMkLst>
            <pc:docMk/>
            <pc:sldMk cId="1788718837" sldId="260"/>
            <ac:picMk id="5" creationId="{B4A2CE06-95C0-78DE-74F9-29DD5F4DD22C}"/>
          </ac:picMkLst>
        </pc:picChg>
      </pc:sldChg>
      <pc:sldChg chg="addSp delSp modSp add mod ord">
        <pc:chgData name="Lennin Percy Cenas Vásquez" userId="0294b97d-055f-4c17-ac0d-96794554b498" providerId="ADAL" clId="{A64768C7-A382-0343-B975-B9CD92EAF041}" dt="2025-04-07T21:09:00.347" v="563" actId="20577"/>
        <pc:sldMkLst>
          <pc:docMk/>
          <pc:sldMk cId="1551680127" sldId="2147482329"/>
        </pc:sldMkLst>
        <pc:spChg chg="add del mod">
          <ac:chgData name="Lennin Percy Cenas Vásquez" userId="0294b97d-055f-4c17-ac0d-96794554b498" providerId="ADAL" clId="{A64768C7-A382-0343-B975-B9CD92EAF041}" dt="2025-04-07T20:23:26.728" v="71" actId="478"/>
          <ac:spMkLst>
            <pc:docMk/>
            <pc:sldMk cId="1551680127" sldId="2147482329"/>
            <ac:spMk id="4" creationId="{00000000-0000-0000-0000-000000000000}"/>
          </ac:spMkLst>
        </pc:spChg>
        <pc:spChg chg="del">
          <ac:chgData name="Lennin Percy Cenas Vásquez" userId="0294b97d-055f-4c17-ac0d-96794554b498" providerId="ADAL" clId="{A64768C7-A382-0343-B975-B9CD92EAF041}" dt="2025-04-07T18:12:09.096" v="37" actId="478"/>
          <ac:spMkLst>
            <pc:docMk/>
            <pc:sldMk cId="1551680127" sldId="2147482329"/>
            <ac:spMk id="5" creationId="{00000000-0000-0000-0000-000000000000}"/>
          </ac:spMkLst>
        </pc:spChg>
        <pc:spChg chg="add del mod">
          <ac:chgData name="Lennin Percy Cenas Vásquez" userId="0294b97d-055f-4c17-ac0d-96794554b498" providerId="ADAL" clId="{A64768C7-A382-0343-B975-B9CD92EAF041}" dt="2025-04-07T18:09:21.068" v="12"/>
          <ac:spMkLst>
            <pc:docMk/>
            <pc:sldMk cId="1551680127" sldId="2147482329"/>
            <ac:spMk id="6" creationId="{3655620E-02CA-B80A-BE30-FA12F4B9EB4A}"/>
          </ac:spMkLst>
        </pc:spChg>
        <pc:spChg chg="add del mod">
          <ac:chgData name="Lennin Percy Cenas Vásquez" userId="0294b97d-055f-4c17-ac0d-96794554b498" providerId="ADAL" clId="{A64768C7-A382-0343-B975-B9CD92EAF041}" dt="2025-04-07T18:09:20.046" v="10"/>
          <ac:spMkLst>
            <pc:docMk/>
            <pc:sldMk cId="1551680127" sldId="2147482329"/>
            <ac:spMk id="8" creationId="{D5EA0EF5-68B9-AC06-E16E-5BEBC622122F}"/>
          </ac:spMkLst>
        </pc:spChg>
        <pc:spChg chg="add del mod">
          <ac:chgData name="Lennin Percy Cenas Vásquez" userId="0294b97d-055f-4c17-ac0d-96794554b498" providerId="ADAL" clId="{A64768C7-A382-0343-B975-B9CD92EAF041}" dt="2025-04-07T20:23:44.653" v="74" actId="478"/>
          <ac:spMkLst>
            <pc:docMk/>
            <pc:sldMk cId="1551680127" sldId="2147482329"/>
            <ac:spMk id="10" creationId="{88B8D266-D896-EBDC-F084-947750568DD6}"/>
          </ac:spMkLst>
        </pc:spChg>
        <pc:spChg chg="add del mod">
          <ac:chgData name="Lennin Percy Cenas Vásquez" userId="0294b97d-055f-4c17-ac0d-96794554b498" providerId="ADAL" clId="{A64768C7-A382-0343-B975-B9CD92EAF041}" dt="2025-04-07T18:12:19.914" v="39" actId="478"/>
          <ac:spMkLst>
            <pc:docMk/>
            <pc:sldMk cId="1551680127" sldId="2147482329"/>
            <ac:spMk id="12" creationId="{2A27996E-3BD8-C0D8-8F58-D8F3FC0D8DC8}"/>
          </ac:spMkLst>
        </pc:spChg>
        <pc:spChg chg="add del mod">
          <ac:chgData name="Lennin Percy Cenas Vásquez" userId="0294b97d-055f-4c17-ac0d-96794554b498" providerId="ADAL" clId="{A64768C7-A382-0343-B975-B9CD92EAF041}" dt="2025-04-07T20:23:44.653" v="74" actId="478"/>
          <ac:spMkLst>
            <pc:docMk/>
            <pc:sldMk cId="1551680127" sldId="2147482329"/>
            <ac:spMk id="16" creationId="{FCECA69D-401D-9244-1804-08C2734C10E7}"/>
          </ac:spMkLst>
        </pc:spChg>
        <pc:spChg chg="add del mod">
          <ac:chgData name="Lennin Percy Cenas Vásquez" userId="0294b97d-055f-4c17-ac0d-96794554b498" providerId="ADAL" clId="{A64768C7-A382-0343-B975-B9CD92EAF041}" dt="2025-04-07T20:52:33.188" v="262" actId="478"/>
          <ac:spMkLst>
            <pc:docMk/>
            <pc:sldMk cId="1551680127" sldId="2147482329"/>
            <ac:spMk id="21" creationId="{495401A1-A9A6-25F3-11D7-B529FCA6BF5A}"/>
          </ac:spMkLst>
        </pc:spChg>
        <pc:spChg chg="add del mod">
          <ac:chgData name="Lennin Percy Cenas Vásquez" userId="0294b97d-055f-4c17-ac0d-96794554b498" providerId="ADAL" clId="{A64768C7-A382-0343-B975-B9CD92EAF041}" dt="2025-04-07T20:39:42.813" v="138" actId="478"/>
          <ac:spMkLst>
            <pc:docMk/>
            <pc:sldMk cId="1551680127" sldId="2147482329"/>
            <ac:spMk id="22" creationId="{79F39D6E-3460-4B9A-E59E-9E0F6565C980}"/>
          </ac:spMkLst>
        </pc:spChg>
        <pc:spChg chg="add del mod">
          <ac:chgData name="Lennin Percy Cenas Vásquez" userId="0294b97d-055f-4c17-ac0d-96794554b498" providerId="ADAL" clId="{A64768C7-A382-0343-B975-B9CD92EAF041}" dt="2025-04-07T20:57:42.271" v="388" actId="478"/>
          <ac:spMkLst>
            <pc:docMk/>
            <pc:sldMk cId="1551680127" sldId="2147482329"/>
            <ac:spMk id="23" creationId="{C5AB2E82-6386-46DB-DA68-17E329D05447}"/>
          </ac:spMkLst>
        </pc:spChg>
        <pc:spChg chg="add mod">
          <ac:chgData name="Lennin Percy Cenas Vásquez" userId="0294b97d-055f-4c17-ac0d-96794554b498" providerId="ADAL" clId="{A64768C7-A382-0343-B975-B9CD92EAF041}" dt="2025-04-07T21:09:00.347" v="563" actId="20577"/>
          <ac:spMkLst>
            <pc:docMk/>
            <pc:sldMk cId="1551680127" sldId="2147482329"/>
            <ac:spMk id="25" creationId="{BD970875-826A-62B5-6C4F-F70225BE44E7}"/>
          </ac:spMkLst>
        </pc:spChg>
        <pc:spChg chg="add del mod">
          <ac:chgData name="Lennin Percy Cenas Vásquez" userId="0294b97d-055f-4c17-ac0d-96794554b498" providerId="ADAL" clId="{A64768C7-A382-0343-B975-B9CD92EAF041}" dt="2025-04-07T20:59:47.067" v="514" actId="478"/>
          <ac:spMkLst>
            <pc:docMk/>
            <pc:sldMk cId="1551680127" sldId="2147482329"/>
            <ac:spMk id="26" creationId="{B9FA27FE-99FA-67B4-1F5A-7CE2F25BA1EE}"/>
          </ac:spMkLst>
        </pc:spChg>
        <pc:spChg chg="add mod">
          <ac:chgData name="Lennin Percy Cenas Vásquez" userId="0294b97d-055f-4c17-ac0d-96794554b498" providerId="ADAL" clId="{A64768C7-A382-0343-B975-B9CD92EAF041}" dt="2025-04-07T20:59:14.794" v="396"/>
          <ac:spMkLst>
            <pc:docMk/>
            <pc:sldMk cId="1551680127" sldId="2147482329"/>
            <ac:spMk id="27" creationId="{8446477A-B498-046D-C865-F27B13226B0F}"/>
          </ac:spMkLst>
        </pc:spChg>
        <pc:picChg chg="add del mod">
          <ac:chgData name="Lennin Percy Cenas Vásquez" userId="0294b97d-055f-4c17-ac0d-96794554b498" providerId="ADAL" clId="{A64768C7-A382-0343-B975-B9CD92EAF041}" dt="2025-04-07T20:23:11.979" v="69" actId="478"/>
          <ac:picMkLst>
            <pc:docMk/>
            <pc:sldMk cId="1551680127" sldId="2147482329"/>
            <ac:picMk id="3" creationId="{8C535A97-66D3-981B-021A-1CCD4D787206}"/>
          </ac:picMkLst>
        </pc:picChg>
        <pc:picChg chg="add del mod">
          <ac:chgData name="Lennin Percy Cenas Vásquez" userId="0294b97d-055f-4c17-ac0d-96794554b498" providerId="ADAL" clId="{A64768C7-A382-0343-B975-B9CD92EAF041}" dt="2025-04-07T21:03:45.092" v="522" actId="478"/>
          <ac:picMkLst>
            <pc:docMk/>
            <pc:sldMk cId="1551680127" sldId="2147482329"/>
            <ac:picMk id="3" creationId="{AD65B7BD-3A2D-8332-4C0B-CE97CC1969A8}"/>
          </ac:picMkLst>
        </pc:picChg>
        <pc:picChg chg="del">
          <ac:chgData name="Lennin Percy Cenas Vásquez" userId="0294b97d-055f-4c17-ac0d-96794554b498" providerId="ADAL" clId="{A64768C7-A382-0343-B975-B9CD92EAF041}" dt="2025-04-07T18:08:14.622" v="2" actId="478"/>
          <ac:picMkLst>
            <pc:docMk/>
            <pc:sldMk cId="1551680127" sldId="2147482329"/>
            <ac:picMk id="7" creationId="{E7E8C844-C792-6A42-73E1-26865E0E09A5}"/>
          </ac:picMkLst>
        </pc:picChg>
        <pc:picChg chg="add del mod">
          <ac:chgData name="Lennin Percy Cenas Vásquez" userId="0294b97d-055f-4c17-ac0d-96794554b498" providerId="ADAL" clId="{A64768C7-A382-0343-B975-B9CD92EAF041}" dt="2025-04-07T20:23:11.170" v="68" actId="478"/>
          <ac:picMkLst>
            <pc:docMk/>
            <pc:sldMk cId="1551680127" sldId="2147482329"/>
            <ac:picMk id="14" creationId="{2904E8C5-7009-6102-90AD-2F1C704BF064}"/>
          </ac:picMkLst>
        </pc:picChg>
        <pc:picChg chg="add del mod">
          <ac:chgData name="Lennin Percy Cenas Vásquez" userId="0294b97d-055f-4c17-ac0d-96794554b498" providerId="ADAL" clId="{A64768C7-A382-0343-B975-B9CD92EAF041}" dt="2025-04-07T20:52:29.936" v="260" actId="478"/>
          <ac:picMkLst>
            <pc:docMk/>
            <pc:sldMk cId="1551680127" sldId="2147482329"/>
            <ac:picMk id="18" creationId="{B9091CC4-9973-5EDF-06B5-A5BC9080A558}"/>
          </ac:picMkLst>
        </pc:picChg>
        <pc:picChg chg="add del mod">
          <ac:chgData name="Lennin Percy Cenas Vásquez" userId="0294b97d-055f-4c17-ac0d-96794554b498" providerId="ADAL" clId="{A64768C7-A382-0343-B975-B9CD92EAF041}" dt="2025-04-07T20:52:31.030" v="261" actId="478"/>
          <ac:picMkLst>
            <pc:docMk/>
            <pc:sldMk cId="1551680127" sldId="2147482329"/>
            <ac:picMk id="20" creationId="{1439292B-E239-90EE-A130-0588746B3B6A}"/>
          </ac:picMkLst>
        </pc:picChg>
      </pc:sldChg>
      <pc:sldChg chg="addSp delSp modSp add del mod ord">
        <pc:chgData name="Lennin Percy Cenas Vásquez" userId="0294b97d-055f-4c17-ac0d-96794554b498" providerId="ADAL" clId="{A64768C7-A382-0343-B975-B9CD92EAF041}" dt="2025-04-07T20:52:52.777" v="267" actId="2696"/>
        <pc:sldMkLst>
          <pc:docMk/>
          <pc:sldMk cId="1375203181" sldId="2147482330"/>
        </pc:sldMkLst>
        <pc:spChg chg="add del mod">
          <ac:chgData name="Lennin Percy Cenas Vásquez" userId="0294b97d-055f-4c17-ac0d-96794554b498" providerId="ADAL" clId="{A64768C7-A382-0343-B975-B9CD92EAF041}" dt="2025-04-07T20:52:45.114" v="266" actId="478"/>
          <ac:spMkLst>
            <pc:docMk/>
            <pc:sldMk cId="1375203181" sldId="2147482330"/>
            <ac:spMk id="3" creationId="{04549306-8A14-17DF-E072-72E0C2063CF6}"/>
          </ac:spMkLst>
        </pc:spChg>
        <pc:spChg chg="del">
          <ac:chgData name="Lennin Percy Cenas Vásquez" userId="0294b97d-055f-4c17-ac0d-96794554b498" providerId="ADAL" clId="{A64768C7-A382-0343-B975-B9CD92EAF041}" dt="2025-04-07T20:52:41.356" v="264" actId="478"/>
          <ac:spMkLst>
            <pc:docMk/>
            <pc:sldMk cId="1375203181" sldId="2147482330"/>
            <ac:spMk id="21" creationId="{222C66A3-BBFA-9396-1E12-B9FDECF6B249}"/>
          </ac:spMkLst>
        </pc:spChg>
        <pc:picChg chg="del">
          <ac:chgData name="Lennin Percy Cenas Vásquez" userId="0294b97d-055f-4c17-ac0d-96794554b498" providerId="ADAL" clId="{A64768C7-A382-0343-B975-B9CD92EAF041}" dt="2025-04-07T20:52:39.658" v="263" actId="478"/>
          <ac:picMkLst>
            <pc:docMk/>
            <pc:sldMk cId="1375203181" sldId="2147482330"/>
            <ac:picMk id="18" creationId="{F0BE0D09-391F-88B6-FD42-2E213EED82BA}"/>
          </ac:picMkLst>
        </pc:picChg>
        <pc:picChg chg="del">
          <ac:chgData name="Lennin Percy Cenas Vásquez" userId="0294b97d-055f-4c17-ac0d-96794554b498" providerId="ADAL" clId="{A64768C7-A382-0343-B975-B9CD92EAF041}" dt="2025-04-07T20:52:42.533" v="265" actId="478"/>
          <ac:picMkLst>
            <pc:docMk/>
            <pc:sldMk cId="1375203181" sldId="2147482330"/>
            <ac:picMk id="20" creationId="{5AB96526-84CA-3E2B-7824-BFC7B77311F5}"/>
          </ac:picMkLst>
        </pc:picChg>
      </pc:sldChg>
      <pc:sldChg chg="modSp add mod ord">
        <pc:chgData name="Lennin Percy Cenas Vásquez" userId="0294b97d-055f-4c17-ac0d-96794554b498" providerId="ADAL" clId="{A64768C7-A382-0343-B975-B9CD92EAF041}" dt="2025-04-07T21:10:15.605" v="619" actId="20577"/>
        <pc:sldMkLst>
          <pc:docMk/>
          <pc:sldMk cId="1608859935" sldId="2147482330"/>
        </pc:sldMkLst>
        <pc:spChg chg="mod">
          <ac:chgData name="Lennin Percy Cenas Vásquez" userId="0294b97d-055f-4c17-ac0d-96794554b498" providerId="ADAL" clId="{A64768C7-A382-0343-B975-B9CD92EAF041}" dt="2025-04-07T21:10:15.605" v="619" actId="20577"/>
          <ac:spMkLst>
            <pc:docMk/>
            <pc:sldMk cId="1608859935" sldId="2147482330"/>
            <ac:spMk id="25" creationId="{A3A1ACAE-3F3C-98FE-5E07-42D665637962}"/>
          </ac:spMkLst>
        </pc:spChg>
      </pc:sldChg>
      <pc:sldChg chg="add del ord">
        <pc:chgData name="Lennin Percy Cenas Vásquez" userId="0294b97d-055f-4c17-ac0d-96794554b498" providerId="ADAL" clId="{A64768C7-A382-0343-B975-B9CD92EAF041}" dt="2025-04-07T21:00:18.150" v="518"/>
        <pc:sldMkLst>
          <pc:docMk/>
          <pc:sldMk cId="1657254453" sldId="2147482330"/>
        </pc:sldMkLst>
      </pc:sldChg>
      <pc:sldChg chg="add del">
        <pc:chgData name="Lennin Percy Cenas Vásquez" userId="0294b97d-055f-4c17-ac0d-96794554b498" providerId="ADAL" clId="{A64768C7-A382-0343-B975-B9CD92EAF041}" dt="2025-04-07T20:59:35.763" v="398"/>
        <pc:sldMkLst>
          <pc:docMk/>
          <pc:sldMk cId="3356276857" sldId="2147482330"/>
        </pc:sldMkLst>
      </pc:sldChg>
      <pc:sldMasterChg chg="addSp delSp modSp mod setBg modSldLayout">
        <pc:chgData name="Lennin Percy Cenas Vásquez" userId="0294b97d-055f-4c17-ac0d-96794554b498" providerId="ADAL" clId="{A64768C7-A382-0343-B975-B9CD92EAF041}" dt="2025-04-07T21:08:16.820" v="543" actId="1076"/>
        <pc:sldMasterMkLst>
          <pc:docMk/>
          <pc:sldMasterMk cId="3588427678" sldId="2147484229"/>
        </pc:sldMasterMkLst>
        <pc:spChg chg="mod">
          <ac:chgData name="Lennin Percy Cenas Vásquez" userId="0294b97d-055f-4c17-ac0d-96794554b498" providerId="ADAL" clId="{A64768C7-A382-0343-B975-B9CD92EAF041}" dt="2025-04-07T20:55:39.190" v="336" actId="20577"/>
          <ac:spMkLst>
            <pc:docMk/>
            <pc:sldMasterMk cId="3588427678" sldId="2147484229"/>
            <ac:spMk id="5" creationId="{AD66BC09-1DEA-E673-4939-5F638CAA21B3}"/>
          </ac:spMkLst>
        </pc:spChg>
        <pc:spChg chg="add del mod">
          <ac:chgData name="Lennin Percy Cenas Vásquez" userId="0294b97d-055f-4c17-ac0d-96794554b498" providerId="ADAL" clId="{A64768C7-A382-0343-B975-B9CD92EAF041}" dt="2025-04-07T20:57:17.877" v="385" actId="478"/>
          <ac:spMkLst>
            <pc:docMk/>
            <pc:sldMasterMk cId="3588427678" sldId="2147484229"/>
            <ac:spMk id="50" creationId="{91E9BDB0-481C-39FD-9BBC-F170D2C5DA0F}"/>
          </ac:spMkLst>
        </pc:spChg>
        <pc:spChg chg="add del mod">
          <ac:chgData name="Lennin Percy Cenas Vásquez" userId="0294b97d-055f-4c17-ac0d-96794554b498" providerId="ADAL" clId="{A64768C7-A382-0343-B975-B9CD92EAF041}" dt="2025-04-07T20:55:24.182" v="316" actId="478"/>
          <ac:spMkLst>
            <pc:docMk/>
            <pc:sldMasterMk cId="3588427678" sldId="2147484229"/>
            <ac:spMk id="51" creationId="{F3445040-A3E7-93F8-9645-8B5699AF1FD0}"/>
          </ac:spMkLst>
        </pc:spChg>
        <pc:picChg chg="add del mod">
          <ac:chgData name="Lennin Percy Cenas Vásquez" userId="0294b97d-055f-4c17-ac0d-96794554b498" providerId="ADAL" clId="{A64768C7-A382-0343-B975-B9CD92EAF041}" dt="2025-04-07T20:57:19.809" v="387" actId="478"/>
          <ac:picMkLst>
            <pc:docMk/>
            <pc:sldMasterMk cId="3588427678" sldId="2147484229"/>
            <ac:picMk id="34" creationId="{6D5BCF43-7B4A-6073-1823-14EFD0C6A977}"/>
          </ac:picMkLst>
        </pc:picChg>
        <pc:picChg chg="add del mod">
          <ac:chgData name="Lennin Percy Cenas Vásquez" userId="0294b97d-055f-4c17-ac0d-96794554b498" providerId="ADAL" clId="{A64768C7-A382-0343-B975-B9CD92EAF041}" dt="2025-04-07T20:57:15.594" v="384" actId="478"/>
          <ac:picMkLst>
            <pc:docMk/>
            <pc:sldMasterMk cId="3588427678" sldId="2147484229"/>
            <ac:picMk id="49" creationId="{61460D7E-2C03-22A0-4B80-54250FE90A26}"/>
          </ac:picMkLst>
        </pc:picChg>
        <pc:sldLayoutChg chg="setBg">
          <pc:chgData name="Lennin Percy Cenas Vásquez" userId="0294b97d-055f-4c17-ac0d-96794554b498" providerId="ADAL" clId="{A64768C7-A382-0343-B975-B9CD92EAF041}" dt="2025-04-07T20:51:44.536" v="259"/>
          <pc:sldLayoutMkLst>
            <pc:docMk/>
            <pc:sldMasterMk cId="3588427678" sldId="2147484229"/>
            <pc:sldLayoutMk cId="1851947643" sldId="2147484934"/>
          </pc:sldLayoutMkLst>
        </pc:sldLayoutChg>
        <pc:sldLayoutChg chg="setBg">
          <pc:chgData name="Lennin Percy Cenas Vásquez" userId="0294b97d-055f-4c17-ac0d-96794554b498" providerId="ADAL" clId="{A64768C7-A382-0343-B975-B9CD92EAF041}" dt="2025-04-07T20:51:44.536" v="259"/>
          <pc:sldLayoutMkLst>
            <pc:docMk/>
            <pc:sldMasterMk cId="3588427678" sldId="2147484229"/>
            <pc:sldLayoutMk cId="2792881397" sldId="2147484937"/>
          </pc:sldLayoutMkLst>
        </pc:sldLayoutChg>
        <pc:sldLayoutChg chg="addSp delSp modSp mod setBg addAnim delAnim">
          <pc:chgData name="Lennin Percy Cenas Vásquez" userId="0294b97d-055f-4c17-ac0d-96794554b498" providerId="ADAL" clId="{A64768C7-A382-0343-B975-B9CD92EAF041}" dt="2025-04-07T20:51:44.536" v="259"/>
          <pc:sldLayoutMkLst>
            <pc:docMk/>
            <pc:sldMasterMk cId="3588427678" sldId="2147484229"/>
            <pc:sldLayoutMk cId="3819125751" sldId="2147484939"/>
          </pc:sldLayoutMkLst>
          <pc:spChg chg="mod">
            <ac:chgData name="Lennin Percy Cenas Vásquez" userId="0294b97d-055f-4c17-ac0d-96794554b498" providerId="ADAL" clId="{A64768C7-A382-0343-B975-B9CD92EAF041}" dt="2025-04-07T20:51:24.709" v="256" actId="20577"/>
            <ac:spMkLst>
              <pc:docMk/>
              <pc:sldMasterMk cId="3588427678" sldId="2147484229"/>
              <pc:sldLayoutMk cId="3819125751" sldId="2147484939"/>
              <ac:spMk id="22" creationId="{30DC3908-B215-4870-84DB-EF97BE8CBFE8}"/>
            </ac:spMkLst>
          </pc:spChg>
          <pc:graphicFrameChg chg="add del mod">
            <ac:chgData name="Lennin Percy Cenas Vásquez" userId="0294b97d-055f-4c17-ac0d-96794554b498" providerId="ADAL" clId="{A64768C7-A382-0343-B975-B9CD92EAF041}" dt="2025-04-07T20:51:03.620" v="231"/>
            <ac:graphicFrameMkLst>
              <pc:docMk/>
              <pc:sldMasterMk cId="3588427678" sldId="2147484229"/>
              <pc:sldLayoutMk cId="3819125751" sldId="2147484939"/>
              <ac:graphicFrameMk id="23" creationId="{620C25E2-2233-43BC-904F-27049F389844}"/>
            </ac:graphicFrameMkLst>
          </pc:graphicFrameChg>
        </pc:sldLayoutChg>
        <pc:sldLayoutChg chg="addSp delSp modSp mod setBg">
          <pc:chgData name="Lennin Percy Cenas Vásquez" userId="0294b97d-055f-4c17-ac0d-96794554b498" providerId="ADAL" clId="{A64768C7-A382-0343-B975-B9CD92EAF041}" dt="2025-04-07T20:51:44.536" v="259"/>
          <pc:sldLayoutMkLst>
            <pc:docMk/>
            <pc:sldMasterMk cId="3588427678" sldId="2147484229"/>
            <pc:sldLayoutMk cId="411458879" sldId="2147484940"/>
          </pc:sldLayoutMkLst>
          <pc:spChg chg="mod">
            <ac:chgData name="Lennin Percy Cenas Vásquez" userId="0294b97d-055f-4c17-ac0d-96794554b498" providerId="ADAL" clId="{A64768C7-A382-0343-B975-B9CD92EAF041}" dt="2025-04-07T20:51:09.839" v="241" actId="20577"/>
            <ac:spMkLst>
              <pc:docMk/>
              <pc:sldMasterMk cId="3588427678" sldId="2147484229"/>
              <pc:sldLayoutMk cId="411458879" sldId="2147484940"/>
              <ac:spMk id="2" creationId="{8557C6A5-3F1D-BB2A-6486-D6037056913C}"/>
            </ac:spMkLst>
          </pc:spChg>
          <pc:spChg chg="add del mod">
            <ac:chgData name="Lennin Percy Cenas Vásquez" userId="0294b97d-055f-4c17-ac0d-96794554b498" providerId="ADAL" clId="{A64768C7-A382-0343-B975-B9CD92EAF041}" dt="2025-04-07T20:51:04.184" v="233" actId="767"/>
            <ac:spMkLst>
              <pc:docMk/>
              <pc:sldMasterMk cId="3588427678" sldId="2147484229"/>
              <pc:sldLayoutMk cId="411458879" sldId="2147484940"/>
              <ac:spMk id="3" creationId="{BB469C1C-F792-70B3-F136-DFBD1725B8EA}"/>
            </ac:spMkLst>
          </pc:spChg>
        </pc:sldLayoutChg>
        <pc:sldLayoutChg chg="setBg">
          <pc:chgData name="Lennin Percy Cenas Vásquez" userId="0294b97d-055f-4c17-ac0d-96794554b498" providerId="ADAL" clId="{A64768C7-A382-0343-B975-B9CD92EAF041}" dt="2025-04-07T20:51:44.536" v="259"/>
          <pc:sldLayoutMkLst>
            <pc:docMk/>
            <pc:sldMasterMk cId="3588427678" sldId="2147484229"/>
            <pc:sldLayoutMk cId="178230501" sldId="2147484941"/>
          </pc:sldLayoutMkLst>
        </pc:sldLayoutChg>
        <pc:sldLayoutChg chg="setBg">
          <pc:chgData name="Lennin Percy Cenas Vásquez" userId="0294b97d-055f-4c17-ac0d-96794554b498" providerId="ADAL" clId="{A64768C7-A382-0343-B975-B9CD92EAF041}" dt="2025-04-07T20:51:44.536" v="259"/>
          <pc:sldLayoutMkLst>
            <pc:docMk/>
            <pc:sldMasterMk cId="3588427678" sldId="2147484229"/>
            <pc:sldLayoutMk cId="1146870982" sldId="2147484944"/>
          </pc:sldLayoutMkLst>
        </pc:sldLayoutChg>
        <pc:sldLayoutChg chg="addSp delSp modSp mod setBg">
          <pc:chgData name="Lennin Percy Cenas Vásquez" userId="0294b97d-055f-4c17-ac0d-96794554b498" providerId="ADAL" clId="{A64768C7-A382-0343-B975-B9CD92EAF041}" dt="2025-04-07T21:08:16.820" v="543" actId="1076"/>
          <pc:sldLayoutMkLst>
            <pc:docMk/>
            <pc:sldMasterMk cId="3588427678" sldId="2147484229"/>
            <pc:sldLayoutMk cId="1079205895" sldId="2147484945"/>
          </pc:sldLayoutMkLst>
          <pc:spChg chg="del">
            <ac:chgData name="Lennin Percy Cenas Vásquez" userId="0294b97d-055f-4c17-ac0d-96794554b498" providerId="ADAL" clId="{A64768C7-A382-0343-B975-B9CD92EAF041}" dt="2025-04-07T21:06:22.222" v="524" actId="478"/>
            <ac:spMkLst>
              <pc:docMk/>
              <pc:sldMasterMk cId="3588427678" sldId="2147484229"/>
              <pc:sldLayoutMk cId="1079205895" sldId="2147484945"/>
              <ac:spMk id="5" creationId="{00000000-0000-0000-0000-000000000000}"/>
            </ac:spMkLst>
          </pc:spChg>
          <pc:spChg chg="del">
            <ac:chgData name="Lennin Percy Cenas Vásquez" userId="0294b97d-055f-4c17-ac0d-96794554b498" providerId="ADAL" clId="{A64768C7-A382-0343-B975-B9CD92EAF041}" dt="2025-04-07T21:06:14.010" v="523" actId="478"/>
            <ac:spMkLst>
              <pc:docMk/>
              <pc:sldMasterMk cId="3588427678" sldId="2147484229"/>
              <pc:sldLayoutMk cId="1079205895" sldId="2147484945"/>
              <ac:spMk id="9" creationId="{00000000-0000-0000-0000-000000000000}"/>
            </ac:spMkLst>
          </pc:spChg>
          <pc:picChg chg="add mod">
            <ac:chgData name="Lennin Percy Cenas Vásquez" userId="0294b97d-055f-4c17-ac0d-96794554b498" providerId="ADAL" clId="{A64768C7-A382-0343-B975-B9CD92EAF041}" dt="2025-04-07T21:08:16.820" v="543" actId="1076"/>
            <ac:picMkLst>
              <pc:docMk/>
              <pc:sldMasterMk cId="3588427678" sldId="2147484229"/>
              <pc:sldLayoutMk cId="1079205895" sldId="2147484945"/>
              <ac:picMk id="3" creationId="{B53F8511-E5D5-4329-2086-6D598499B1F3}"/>
            </ac:picMkLst>
          </pc:picChg>
          <pc:picChg chg="add mod">
            <ac:chgData name="Lennin Percy Cenas Vásquez" userId="0294b97d-055f-4c17-ac0d-96794554b498" providerId="ADAL" clId="{A64768C7-A382-0343-B975-B9CD92EAF041}" dt="2025-04-07T21:08:10.189" v="542" actId="14100"/>
            <ac:picMkLst>
              <pc:docMk/>
              <pc:sldMasterMk cId="3588427678" sldId="2147484229"/>
              <pc:sldLayoutMk cId="1079205895" sldId="2147484945"/>
              <ac:picMk id="6" creationId="{56409417-7A32-545B-A082-86F694553142}"/>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4/8/2025 12:21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4/8/2025 12:21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E0F55-4CA2-9718-6B4A-62CA4F50C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B17C3-B975-2E46-2804-207368813D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74F4B-A10B-8E7E-0DB4-5C4272FEBEFA}"/>
              </a:ext>
            </a:extLst>
          </p:cNvPr>
          <p:cNvSpPr>
            <a:spLocks noGrp="1"/>
          </p:cNvSpPr>
          <p:nvPr>
            <p:ph type="body" idx="1"/>
          </p:nvPr>
        </p:nvSpPr>
        <p:spPr/>
        <p:txBody>
          <a:bodyPr/>
          <a:lstStyle/>
          <a:p>
            <a:pPr>
              <a:defRPr/>
            </a:pPr>
            <a:endParaRPr lang="en-GB" sz="850" dirty="0">
              <a:latin typeface="Segoe UI"/>
              <a:cs typeface="Segoe UI"/>
            </a:endParaRPr>
          </a:p>
        </p:txBody>
      </p:sp>
      <p:sp>
        <p:nvSpPr>
          <p:cNvPr id="4" name="Header Placeholder 3">
            <a:extLst>
              <a:ext uri="{FF2B5EF4-FFF2-40B4-BE49-F238E27FC236}">
                <a16:creationId xmlns:a16="http://schemas.microsoft.com/office/drawing/2014/main" id="{BC000A93-089C-B9B8-39FD-B51B7F45B703}"/>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E18847E8-0586-8AB8-A8FD-93A8AFB722D1}"/>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EF09C08-F119-BBAE-53A0-318324035CAB}"/>
              </a:ext>
            </a:extLst>
          </p:cNvPr>
          <p:cNvSpPr>
            <a:spLocks noGrp="1"/>
          </p:cNvSpPr>
          <p:nvPr>
            <p:ph type="dt" idx="12"/>
          </p:nvPr>
        </p:nvSpPr>
        <p:spPr/>
        <p:txBody>
          <a:bodyPr/>
          <a:lstStyle/>
          <a:p>
            <a:fld id="{62C61DAB-D93E-49CA-B245-379601CFE8D0}" type="datetime8">
              <a:rPr lang="en-US" smtClean="0"/>
              <a:t>4/8/2025 12:30 PM</a:t>
            </a:fld>
            <a:endParaRPr lang="en-US"/>
          </a:p>
        </p:txBody>
      </p:sp>
      <p:sp>
        <p:nvSpPr>
          <p:cNvPr id="7" name="Slide Number Placeholder 6">
            <a:extLst>
              <a:ext uri="{FF2B5EF4-FFF2-40B4-BE49-F238E27FC236}">
                <a16:creationId xmlns:a16="http://schemas.microsoft.com/office/drawing/2014/main" id="{63B84700-76A9-D45C-8BD7-51229DE988AF}"/>
              </a:ext>
            </a:extLst>
          </p:cNvPr>
          <p:cNvSpPr>
            <a:spLocks noGrp="1"/>
          </p:cNvSpPr>
          <p:nvPr>
            <p:ph type="sldNum" sz="quarter" idx="13"/>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1122852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9.bin"/><Relationship Id="rId1" Type="http://schemas.openxmlformats.org/officeDocument/2006/relationships/slideMaster" Target="../slideMasters/slideMaster1.xml"/><Relationship Id="rId5" Type="http://schemas.openxmlformats.org/officeDocument/2006/relationships/image" Target="../media/image12.jpg"/><Relationship Id="rId4"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wmf"/><Relationship Id="rId4" Type="http://schemas.openxmlformats.org/officeDocument/2006/relationships/oleObject" Target="../embeddings/oleObject9.bin"/></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0.bin"/><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7.bin"/><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9.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peaker presentation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B582B7D-895C-4A9C-8344-1CB7FFE79E9A}"/>
              </a:ext>
            </a:extLst>
          </p:cNvPr>
          <p:cNvSpPr>
            <a:spLocks noGrp="1"/>
          </p:cNvSpPr>
          <p:nvPr>
            <p:ph type="title" hasCustomPrompt="1"/>
          </p:nvPr>
        </p:nvSpPr>
        <p:spPr>
          <a:xfrm>
            <a:off x="760730" y="3688802"/>
            <a:ext cx="6043930" cy="553998"/>
          </a:xfrm>
          <a:prstGeom prst="rect">
            <a:avLst/>
          </a:prstGeom>
          <a:noFill/>
        </p:spPr>
        <p:txBody>
          <a:bodyPr wrap="square" lIns="0" tIns="0" rIns="0" bIns="0" anchor="b" anchorCtr="0">
            <a:spAutoFit/>
          </a:bodyPr>
          <a:lstStyle>
            <a:lvl1pPr>
              <a:defRPr sz="3600" b="1" spc="-50" baseline="0">
                <a:solidFill>
                  <a:schemeClr val="bg1"/>
                </a:solidFill>
                <a:latin typeface="Lufga" panose="00000500000000000000" pitchFamily="50" charset="0"/>
                <a:cs typeface="Segoe UI" panose="020B0502040204020203" pitchFamily="34" charset="0"/>
              </a:defRPr>
            </a:lvl1pPr>
          </a:lstStyle>
          <a:p>
            <a:r>
              <a:rPr lang="en-US" dirty="0"/>
              <a:t>Presentation title </a:t>
            </a:r>
          </a:p>
        </p:txBody>
      </p:sp>
      <p:sp>
        <p:nvSpPr>
          <p:cNvPr id="6" name="Text Placeholder 4">
            <a:extLst>
              <a:ext uri="{FF2B5EF4-FFF2-40B4-BE49-F238E27FC236}">
                <a16:creationId xmlns:a16="http://schemas.microsoft.com/office/drawing/2014/main" id="{D8D84174-A8EC-4C19-9B13-3825553E0681}"/>
              </a:ext>
            </a:extLst>
          </p:cNvPr>
          <p:cNvSpPr>
            <a:spLocks noGrp="1"/>
          </p:cNvSpPr>
          <p:nvPr>
            <p:ph type="body" sz="quarter" idx="12" hasCustomPrompt="1"/>
          </p:nvPr>
        </p:nvSpPr>
        <p:spPr>
          <a:xfrm>
            <a:off x="1455420" y="4729480"/>
            <a:ext cx="5510213" cy="307777"/>
          </a:xfrm>
          <a:prstGeom prst="rect">
            <a:avLst/>
          </a:prstGeom>
          <a:noFill/>
        </p:spPr>
        <p:txBody>
          <a:bodyPr wrap="square" lIns="0" tIns="0" rIns="0" bIns="0">
            <a:spAutoFit/>
          </a:bodyPr>
          <a:lstStyle>
            <a:lvl1pPr marL="0" indent="0">
              <a:spcBef>
                <a:spcPts val="0"/>
              </a:spcBef>
              <a:buNone/>
              <a:defRPr sz="2000" b="1" spc="0" baseline="0">
                <a:solidFill>
                  <a:schemeClr val="bg1">
                    <a:lumMod val="85000"/>
                  </a:schemeClr>
                </a:solidFill>
                <a:latin typeface="Lufga" panose="00000500000000000000" pitchFamily="50" charset="0"/>
                <a:cs typeface="Segoe UI" panose="020B0502040204020203" pitchFamily="34" charset="0"/>
              </a:defRPr>
            </a:lvl1pPr>
          </a:lstStyle>
          <a:p>
            <a:pPr lvl="0"/>
            <a:r>
              <a:rPr lang="en-US" dirty="0"/>
              <a:t>Speaker one name</a:t>
            </a:r>
          </a:p>
        </p:txBody>
      </p:sp>
      <p:sp>
        <p:nvSpPr>
          <p:cNvPr id="7" name="Text Placeholder 4">
            <a:extLst>
              <a:ext uri="{FF2B5EF4-FFF2-40B4-BE49-F238E27FC236}">
                <a16:creationId xmlns:a16="http://schemas.microsoft.com/office/drawing/2014/main" id="{D43FC632-B7E7-4776-B39E-7CB313111132}"/>
              </a:ext>
            </a:extLst>
          </p:cNvPr>
          <p:cNvSpPr>
            <a:spLocks noGrp="1"/>
          </p:cNvSpPr>
          <p:nvPr>
            <p:ph type="body" sz="quarter" idx="15" hasCustomPrompt="1"/>
          </p:nvPr>
        </p:nvSpPr>
        <p:spPr>
          <a:xfrm>
            <a:off x="1455416" y="5053138"/>
            <a:ext cx="5510213" cy="276999"/>
          </a:xfrm>
          <a:prstGeom prst="rect">
            <a:avLst/>
          </a:prstGeom>
          <a:noFill/>
        </p:spPr>
        <p:txBody>
          <a:bodyPr wrap="square" lIns="0" tIns="0" rIns="0" bIns="0">
            <a:spAutoFit/>
          </a:bodyPr>
          <a:lstStyle>
            <a:lvl1pPr marL="0" indent="0">
              <a:spcBef>
                <a:spcPts val="0"/>
              </a:spcBef>
              <a:buNone/>
              <a:defRPr sz="1800" spc="0" baseline="0">
                <a:solidFill>
                  <a:schemeClr val="bg1">
                    <a:lumMod val="85000"/>
                  </a:schemeClr>
                </a:solidFill>
                <a:latin typeface="Lufga" panose="00000500000000000000" pitchFamily="50" charset="0"/>
                <a:cs typeface="Segoe UI" panose="020B0502040204020203" pitchFamily="34" charset="0"/>
              </a:defRPr>
            </a:lvl1pPr>
          </a:lstStyle>
          <a:p>
            <a:pPr lvl="0"/>
            <a:r>
              <a:rPr lang="en-US" dirty="0"/>
              <a:t>Speaker one subtitle text</a:t>
            </a:r>
          </a:p>
        </p:txBody>
      </p:sp>
      <p:graphicFrame>
        <p:nvGraphicFramePr>
          <p:cNvPr id="23" name="Objeto 22">
            <a:extLst>
              <a:ext uri="{FF2B5EF4-FFF2-40B4-BE49-F238E27FC236}">
                <a16:creationId xmlns:a16="http://schemas.microsoft.com/office/drawing/2014/main" id="{620C25E2-2233-43BC-904F-27049F389844}"/>
              </a:ext>
            </a:extLst>
          </p:cNvPr>
          <p:cNvGraphicFramePr>
            <a:graphicFrameLocks noChangeAspect="1"/>
          </p:cNvGraphicFramePr>
          <p:nvPr userDrawn="1">
            <p:extLst>
              <p:ext uri="{D42A27DB-BD31-4B8C-83A1-F6EECF244321}">
                <p14:modId xmlns:p14="http://schemas.microsoft.com/office/powerpoint/2010/main" val="2327643304"/>
              </p:ext>
            </p:extLst>
          </p:nvPr>
        </p:nvGraphicFramePr>
        <p:xfrm>
          <a:off x="760413" y="746125"/>
          <a:ext cx="5202237" cy="1624013"/>
        </p:xfrm>
        <a:graphic>
          <a:graphicData uri="http://schemas.openxmlformats.org/presentationml/2006/ole">
            <mc:AlternateContent xmlns:mc="http://schemas.openxmlformats.org/markup-compatibility/2006">
              <mc:Choice xmlns:v="urn:schemas-microsoft-com:vml" Requires="v">
                <p:oleObj name="CorelDRAW" r:id="rId2" imgW="7076880" imgH="2216160" progId="CorelDraw.Graphic.22">
                  <p:embed/>
                </p:oleObj>
              </mc:Choice>
              <mc:Fallback>
                <p:oleObj name="CorelDRAW" r:id="rId2" imgW="7076880" imgH="2216160" progId="CorelDraw.Graphic.22">
                  <p:embed/>
                  <p:pic>
                    <p:nvPicPr>
                      <p:cNvPr id="23" name="Objeto 22">
                        <a:extLst>
                          <a:ext uri="{FF2B5EF4-FFF2-40B4-BE49-F238E27FC236}">
                            <a16:creationId xmlns:a16="http://schemas.microsoft.com/office/drawing/2014/main" id="{620C25E2-2233-43BC-904F-27049F389844}"/>
                          </a:ext>
                        </a:extLst>
                      </p:cNvPr>
                      <p:cNvPicPr/>
                      <p:nvPr/>
                    </p:nvPicPr>
                    <p:blipFill>
                      <a:blip r:embed="rId3"/>
                      <a:stretch>
                        <a:fillRect/>
                      </a:stretch>
                    </p:blipFill>
                    <p:spPr>
                      <a:xfrm>
                        <a:off x="760413" y="746125"/>
                        <a:ext cx="5202237" cy="1624013"/>
                      </a:xfrm>
                      <a:prstGeom prst="rect">
                        <a:avLst/>
                      </a:prstGeom>
                    </p:spPr>
                  </p:pic>
                </p:oleObj>
              </mc:Fallback>
            </mc:AlternateContent>
          </a:graphicData>
        </a:graphic>
      </p:graphicFrame>
      <p:sp>
        <p:nvSpPr>
          <p:cNvPr id="2" name="Text Placeholder 4">
            <a:extLst>
              <a:ext uri="{FF2B5EF4-FFF2-40B4-BE49-F238E27FC236}">
                <a16:creationId xmlns:a16="http://schemas.microsoft.com/office/drawing/2014/main" id="{8557C6A5-3F1D-BB2A-6486-D6037056913C}"/>
              </a:ext>
            </a:extLst>
          </p:cNvPr>
          <p:cNvSpPr txBox="1">
            <a:spLocks/>
          </p:cNvSpPr>
          <p:nvPr userDrawn="1"/>
        </p:nvSpPr>
        <p:spPr>
          <a:xfrm>
            <a:off x="2286000" y="2217478"/>
            <a:ext cx="3662953" cy="246221"/>
          </a:xfrm>
          <a:prstGeom prst="rect">
            <a:avLst/>
          </a:prstGeom>
          <a:noFill/>
        </p:spPr>
        <p:txBody>
          <a:bodyPr wrap="square" lIns="0" tIns="0" rIns="0" bIns="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sz="1600" dirty="0">
                <a:solidFill>
                  <a:schemeClr val="bg1"/>
                </a:solidFill>
                <a:latin typeface="Lufga" panose="00000500000000000000" pitchFamily="50" charset="0"/>
              </a:rPr>
              <a:t>12 Abril 2025</a:t>
            </a:r>
          </a:p>
        </p:txBody>
      </p:sp>
      <p:pic>
        <p:nvPicPr>
          <p:cNvPr id="11" name="Imagen 26">
            <a:extLst>
              <a:ext uri="{FF2B5EF4-FFF2-40B4-BE49-F238E27FC236}">
                <a16:creationId xmlns:a16="http://schemas.microsoft.com/office/drawing/2014/main" id="{10D0898B-B4B5-DEF7-567B-8F619F59B9CF}"/>
              </a:ext>
            </a:extLst>
          </p:cNvPr>
          <p:cNvPicPr>
            <a:picLocks noChangeAspect="1"/>
          </p:cNvPicPr>
          <p:nvPr userDrawn="1"/>
        </p:nvPicPr>
        <p:blipFill>
          <a:blip r:embed="rId4"/>
          <a:stretch>
            <a:fillRect/>
          </a:stretch>
        </p:blipFill>
        <p:spPr>
          <a:xfrm>
            <a:off x="8646795" y="160906"/>
            <a:ext cx="3332953" cy="6039792"/>
          </a:xfrm>
          <a:prstGeom prst="rect">
            <a:avLst/>
          </a:prstGeom>
        </p:spPr>
      </p:pic>
      <p:pic>
        <p:nvPicPr>
          <p:cNvPr id="12" name="Imagen 19">
            <a:extLst>
              <a:ext uri="{FF2B5EF4-FFF2-40B4-BE49-F238E27FC236}">
                <a16:creationId xmlns:a16="http://schemas.microsoft.com/office/drawing/2014/main" id="{3A4832E2-84B9-181D-C705-C843A922B21B}"/>
              </a:ext>
            </a:extLst>
          </p:cNvPr>
          <p:cNvPicPr>
            <a:picLocks noChangeAspect="1"/>
          </p:cNvPicPr>
          <p:nvPr userDrawn="1"/>
        </p:nvPicPr>
        <p:blipFill rotWithShape="1">
          <a:blip r:embed="rId5"/>
          <a:srcRect l="-652" t="111" r="652" b="-111"/>
          <a:stretch/>
        </p:blipFill>
        <p:spPr>
          <a:xfrm>
            <a:off x="599080" y="4662547"/>
            <a:ext cx="720000" cy="720000"/>
          </a:xfrm>
          <a:prstGeom prst="ellipse">
            <a:avLst/>
          </a:prstGeom>
          <a:ln w="12700" cap="rnd">
            <a:solidFill>
              <a:schemeClr val="bg1"/>
            </a:solidFill>
          </a:ln>
          <a:effectLst>
            <a:glow rad="12700">
              <a:schemeClr val="accent1">
                <a:alpha val="40000"/>
              </a:schemeClr>
            </a:glow>
          </a:effectLst>
        </p:spPr>
      </p:pic>
    </p:spTree>
    <p:extLst>
      <p:ext uri="{BB962C8B-B14F-4D97-AF65-F5344CB8AC3E}">
        <p14:creationId xmlns:p14="http://schemas.microsoft.com/office/powerpoint/2010/main" val="4114588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500"/>
                                        <p:tgtEl>
                                          <p:spTgt spid="7">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peaker presentation 2b">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B582B7D-895C-4A9C-8344-1CB7FFE79E9A}"/>
              </a:ext>
            </a:extLst>
          </p:cNvPr>
          <p:cNvSpPr>
            <a:spLocks noGrp="1"/>
          </p:cNvSpPr>
          <p:nvPr>
            <p:ph type="title" hasCustomPrompt="1"/>
          </p:nvPr>
        </p:nvSpPr>
        <p:spPr>
          <a:xfrm>
            <a:off x="760730" y="3180802"/>
            <a:ext cx="6043930" cy="553998"/>
          </a:xfrm>
          <a:prstGeom prst="rect">
            <a:avLst/>
          </a:prstGeom>
          <a:noFill/>
        </p:spPr>
        <p:txBody>
          <a:bodyPr wrap="square" lIns="0" tIns="0" rIns="0" bIns="0" anchor="b" anchorCtr="0">
            <a:spAutoFit/>
          </a:bodyPr>
          <a:lstStyle>
            <a:lvl1pPr>
              <a:defRPr sz="3600" b="1" spc="-50" baseline="0">
                <a:solidFill>
                  <a:schemeClr val="bg1"/>
                </a:solidFill>
                <a:latin typeface="Lufga" panose="00000500000000000000" pitchFamily="50" charset="0"/>
                <a:cs typeface="Segoe UI" panose="020B0502040204020203" pitchFamily="34" charset="0"/>
              </a:defRPr>
            </a:lvl1pPr>
          </a:lstStyle>
          <a:p>
            <a:r>
              <a:rPr lang="en-US" dirty="0"/>
              <a:t>Presentation title </a:t>
            </a:r>
          </a:p>
        </p:txBody>
      </p:sp>
      <p:sp>
        <p:nvSpPr>
          <p:cNvPr id="6" name="Text Placeholder 4">
            <a:extLst>
              <a:ext uri="{FF2B5EF4-FFF2-40B4-BE49-F238E27FC236}">
                <a16:creationId xmlns:a16="http://schemas.microsoft.com/office/drawing/2014/main" id="{D8D84174-A8EC-4C19-9B13-3825553E0681}"/>
              </a:ext>
            </a:extLst>
          </p:cNvPr>
          <p:cNvSpPr>
            <a:spLocks noGrp="1"/>
          </p:cNvSpPr>
          <p:nvPr>
            <p:ph type="body" sz="quarter" idx="12" hasCustomPrompt="1"/>
          </p:nvPr>
        </p:nvSpPr>
        <p:spPr>
          <a:xfrm>
            <a:off x="1455420" y="4221480"/>
            <a:ext cx="5510213" cy="307777"/>
          </a:xfrm>
          <a:prstGeom prst="rect">
            <a:avLst/>
          </a:prstGeom>
          <a:noFill/>
        </p:spPr>
        <p:txBody>
          <a:bodyPr wrap="square" lIns="0" tIns="0" rIns="0" bIns="0">
            <a:spAutoFit/>
          </a:bodyPr>
          <a:lstStyle>
            <a:lvl1pPr marL="0" indent="0">
              <a:spcBef>
                <a:spcPts val="0"/>
              </a:spcBef>
              <a:buNone/>
              <a:defRPr sz="2000" b="1" spc="0" baseline="0">
                <a:solidFill>
                  <a:schemeClr val="bg1">
                    <a:lumMod val="85000"/>
                  </a:schemeClr>
                </a:solidFill>
                <a:latin typeface="Lufga" panose="00000500000000000000" pitchFamily="50" charset="0"/>
                <a:cs typeface="Segoe UI" panose="020B0502040204020203" pitchFamily="34" charset="0"/>
              </a:defRPr>
            </a:lvl1pPr>
          </a:lstStyle>
          <a:p>
            <a:pPr lvl="0"/>
            <a:r>
              <a:rPr lang="en-US" dirty="0"/>
              <a:t>Speaker one name</a:t>
            </a:r>
          </a:p>
        </p:txBody>
      </p:sp>
      <p:sp>
        <p:nvSpPr>
          <p:cNvPr id="7" name="Text Placeholder 4">
            <a:extLst>
              <a:ext uri="{FF2B5EF4-FFF2-40B4-BE49-F238E27FC236}">
                <a16:creationId xmlns:a16="http://schemas.microsoft.com/office/drawing/2014/main" id="{D43FC632-B7E7-4776-B39E-7CB313111132}"/>
              </a:ext>
            </a:extLst>
          </p:cNvPr>
          <p:cNvSpPr>
            <a:spLocks noGrp="1"/>
          </p:cNvSpPr>
          <p:nvPr>
            <p:ph type="body" sz="quarter" idx="15" hasCustomPrompt="1"/>
          </p:nvPr>
        </p:nvSpPr>
        <p:spPr>
          <a:xfrm>
            <a:off x="1455416" y="4545138"/>
            <a:ext cx="5510213" cy="276999"/>
          </a:xfrm>
          <a:prstGeom prst="rect">
            <a:avLst/>
          </a:prstGeom>
          <a:noFill/>
        </p:spPr>
        <p:txBody>
          <a:bodyPr wrap="square" lIns="0" tIns="0" rIns="0" bIns="0">
            <a:spAutoFit/>
          </a:bodyPr>
          <a:lstStyle>
            <a:lvl1pPr marL="0" indent="0">
              <a:spcBef>
                <a:spcPts val="0"/>
              </a:spcBef>
              <a:buNone/>
              <a:defRPr sz="1800" spc="0" baseline="0">
                <a:solidFill>
                  <a:schemeClr val="bg1">
                    <a:lumMod val="85000"/>
                  </a:schemeClr>
                </a:solidFill>
                <a:latin typeface="Lufga" panose="00000500000000000000" pitchFamily="50" charset="0"/>
                <a:cs typeface="Segoe UI" panose="020B0502040204020203" pitchFamily="34" charset="0"/>
              </a:defRPr>
            </a:lvl1pPr>
          </a:lstStyle>
          <a:p>
            <a:pPr lvl="0"/>
            <a:r>
              <a:rPr lang="en-US" dirty="0"/>
              <a:t>Speaker one subtitle text</a:t>
            </a:r>
          </a:p>
        </p:txBody>
      </p:sp>
      <p:sp>
        <p:nvSpPr>
          <p:cNvPr id="8" name="Text Placeholder 4">
            <a:extLst>
              <a:ext uri="{FF2B5EF4-FFF2-40B4-BE49-F238E27FC236}">
                <a16:creationId xmlns:a16="http://schemas.microsoft.com/office/drawing/2014/main" id="{D73F53CF-459F-4D79-A418-69BC19BDE29D}"/>
              </a:ext>
            </a:extLst>
          </p:cNvPr>
          <p:cNvSpPr>
            <a:spLocks noGrp="1"/>
          </p:cNvSpPr>
          <p:nvPr>
            <p:ph type="body" sz="quarter" idx="16" hasCustomPrompt="1"/>
          </p:nvPr>
        </p:nvSpPr>
        <p:spPr>
          <a:xfrm>
            <a:off x="1455418" y="5245250"/>
            <a:ext cx="5510213" cy="307777"/>
          </a:xfrm>
          <a:prstGeom prst="rect">
            <a:avLst/>
          </a:prstGeom>
          <a:noFill/>
        </p:spPr>
        <p:txBody>
          <a:bodyPr wrap="square" lIns="0" tIns="0" rIns="0" bIns="0">
            <a:spAutoFit/>
          </a:bodyPr>
          <a:lstStyle>
            <a:lvl1pPr marL="0" indent="0">
              <a:spcBef>
                <a:spcPts val="0"/>
              </a:spcBef>
              <a:buNone/>
              <a:defRPr sz="2000" b="1" spc="0" baseline="0">
                <a:solidFill>
                  <a:schemeClr val="bg1">
                    <a:lumMod val="85000"/>
                  </a:schemeClr>
                </a:solidFill>
                <a:latin typeface="Lufga" panose="00000500000000000000" pitchFamily="50" charset="0"/>
                <a:cs typeface="Segoe UI" panose="020B0502040204020203" pitchFamily="34" charset="0"/>
              </a:defRPr>
            </a:lvl1pPr>
          </a:lstStyle>
          <a:p>
            <a:pPr lvl="0"/>
            <a:r>
              <a:rPr lang="en-US" dirty="0"/>
              <a:t>Speaker two name</a:t>
            </a:r>
          </a:p>
        </p:txBody>
      </p:sp>
      <p:sp>
        <p:nvSpPr>
          <p:cNvPr id="9" name="Text Placeholder 4">
            <a:extLst>
              <a:ext uri="{FF2B5EF4-FFF2-40B4-BE49-F238E27FC236}">
                <a16:creationId xmlns:a16="http://schemas.microsoft.com/office/drawing/2014/main" id="{F9A5D919-B201-4061-AC81-928AEF249FFA}"/>
              </a:ext>
            </a:extLst>
          </p:cNvPr>
          <p:cNvSpPr>
            <a:spLocks noGrp="1"/>
          </p:cNvSpPr>
          <p:nvPr>
            <p:ph type="body" sz="quarter" idx="17" hasCustomPrompt="1"/>
          </p:nvPr>
        </p:nvSpPr>
        <p:spPr>
          <a:xfrm>
            <a:off x="1455416" y="5553027"/>
            <a:ext cx="5510213" cy="276999"/>
          </a:xfrm>
          <a:prstGeom prst="rect">
            <a:avLst/>
          </a:prstGeom>
          <a:noFill/>
        </p:spPr>
        <p:txBody>
          <a:bodyPr wrap="square" lIns="0" tIns="0" rIns="0" bIns="0">
            <a:spAutoFit/>
          </a:bodyPr>
          <a:lstStyle>
            <a:lvl1pPr marL="0" indent="0">
              <a:spcBef>
                <a:spcPts val="0"/>
              </a:spcBef>
              <a:buNone/>
              <a:defRPr sz="1800" spc="0" baseline="0">
                <a:solidFill>
                  <a:schemeClr val="bg1">
                    <a:lumMod val="85000"/>
                  </a:schemeClr>
                </a:solidFill>
                <a:latin typeface="Lufga" panose="00000500000000000000" pitchFamily="50" charset="0"/>
                <a:cs typeface="Segoe UI" panose="020B0502040204020203" pitchFamily="34" charset="0"/>
              </a:defRPr>
            </a:lvl1pPr>
          </a:lstStyle>
          <a:p>
            <a:pPr lvl="0"/>
            <a:r>
              <a:rPr lang="en-US" dirty="0"/>
              <a:t>Speaker two subtitle text</a:t>
            </a:r>
          </a:p>
        </p:txBody>
      </p:sp>
      <p:sp>
        <p:nvSpPr>
          <p:cNvPr id="12" name="Elipse 11">
            <a:extLst>
              <a:ext uri="{FF2B5EF4-FFF2-40B4-BE49-F238E27FC236}">
                <a16:creationId xmlns:a16="http://schemas.microsoft.com/office/drawing/2014/main" id="{B9B1CD54-DA1B-4C6E-90CE-2AD6332B6727}"/>
              </a:ext>
            </a:extLst>
          </p:cNvPr>
          <p:cNvSpPr/>
          <p:nvPr userDrawn="1"/>
        </p:nvSpPr>
        <p:spPr bwMode="auto">
          <a:xfrm>
            <a:off x="632460" y="4186538"/>
            <a:ext cx="685437" cy="685437"/>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s-E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0" name="Imagen 19">
            <a:extLst>
              <a:ext uri="{FF2B5EF4-FFF2-40B4-BE49-F238E27FC236}">
                <a16:creationId xmlns:a16="http://schemas.microsoft.com/office/drawing/2014/main" id="{4D09D70D-2599-4AB3-AE6B-E8516F8D03EC}"/>
              </a:ext>
            </a:extLst>
          </p:cNvPr>
          <p:cNvPicPr>
            <a:picLocks noChangeAspect="1"/>
          </p:cNvPicPr>
          <p:nvPr userDrawn="1"/>
        </p:nvPicPr>
        <p:blipFill rotWithShape="1">
          <a:blip r:embed="rId2"/>
          <a:srcRect l="-652" t="111" r="652" b="-111"/>
          <a:stretch/>
        </p:blipFill>
        <p:spPr>
          <a:xfrm>
            <a:off x="599080" y="4148197"/>
            <a:ext cx="720000" cy="720000"/>
          </a:xfrm>
          <a:prstGeom prst="ellipse">
            <a:avLst/>
          </a:prstGeom>
          <a:ln w="12700" cap="rnd">
            <a:solidFill>
              <a:schemeClr val="bg1"/>
            </a:solidFill>
          </a:ln>
          <a:effectLst>
            <a:glow rad="12700">
              <a:schemeClr val="accent1">
                <a:alpha val="40000"/>
              </a:schemeClr>
            </a:glow>
          </a:effectLst>
        </p:spPr>
      </p:pic>
      <p:pic>
        <p:nvPicPr>
          <p:cNvPr id="21" name="Imagen 20">
            <a:extLst>
              <a:ext uri="{FF2B5EF4-FFF2-40B4-BE49-F238E27FC236}">
                <a16:creationId xmlns:a16="http://schemas.microsoft.com/office/drawing/2014/main" id="{A0494DED-822D-49B4-85F0-F74270C52F47}"/>
              </a:ext>
            </a:extLst>
          </p:cNvPr>
          <p:cNvPicPr>
            <a:picLocks noChangeAspect="1"/>
          </p:cNvPicPr>
          <p:nvPr userDrawn="1"/>
        </p:nvPicPr>
        <p:blipFill>
          <a:blip r:embed="rId3"/>
          <a:srcRect l="4624" r="4624"/>
          <a:stretch/>
        </p:blipFill>
        <p:spPr>
          <a:xfrm>
            <a:off x="599080" y="5145276"/>
            <a:ext cx="720000" cy="720000"/>
          </a:xfrm>
          <a:prstGeom prst="ellipse">
            <a:avLst/>
          </a:prstGeom>
          <a:ln w="12700" cap="rnd">
            <a:solidFill>
              <a:schemeClr val="bg1"/>
            </a:solidFill>
          </a:ln>
          <a:effectLst>
            <a:glow rad="12700">
              <a:schemeClr val="accent1">
                <a:alpha val="40000"/>
              </a:schemeClr>
            </a:glow>
          </a:effectLst>
        </p:spPr>
      </p:pic>
      <p:sp>
        <p:nvSpPr>
          <p:cNvPr id="22" name="Text Placeholder 4">
            <a:extLst>
              <a:ext uri="{FF2B5EF4-FFF2-40B4-BE49-F238E27FC236}">
                <a16:creationId xmlns:a16="http://schemas.microsoft.com/office/drawing/2014/main" id="{30DC3908-B215-4870-84DB-EF97BE8CBFE8}"/>
              </a:ext>
            </a:extLst>
          </p:cNvPr>
          <p:cNvSpPr txBox="1">
            <a:spLocks/>
          </p:cNvSpPr>
          <p:nvPr userDrawn="1"/>
        </p:nvSpPr>
        <p:spPr>
          <a:xfrm>
            <a:off x="2286000" y="2217478"/>
            <a:ext cx="3662953" cy="246221"/>
          </a:xfrm>
          <a:prstGeom prst="rect">
            <a:avLst/>
          </a:prstGeom>
          <a:noFill/>
        </p:spPr>
        <p:txBody>
          <a:bodyPr wrap="square" lIns="0" tIns="0" rIns="0" bIns="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sz="1600" dirty="0">
                <a:solidFill>
                  <a:schemeClr val="bg1"/>
                </a:solidFill>
                <a:latin typeface="Lufga" panose="00000500000000000000" pitchFamily="50" charset="0"/>
              </a:rPr>
              <a:t>12 Abril 2025</a:t>
            </a:r>
          </a:p>
        </p:txBody>
      </p:sp>
      <p:graphicFrame>
        <p:nvGraphicFramePr>
          <p:cNvPr id="23" name="Objeto 22">
            <a:extLst>
              <a:ext uri="{FF2B5EF4-FFF2-40B4-BE49-F238E27FC236}">
                <a16:creationId xmlns:a16="http://schemas.microsoft.com/office/drawing/2014/main" id="{620C25E2-2233-43BC-904F-27049F389844}"/>
              </a:ext>
            </a:extLst>
          </p:cNvPr>
          <p:cNvGraphicFramePr>
            <a:graphicFrameLocks noChangeAspect="1"/>
          </p:cNvGraphicFramePr>
          <p:nvPr userDrawn="1">
            <p:extLst>
              <p:ext uri="{D42A27DB-BD31-4B8C-83A1-F6EECF244321}">
                <p14:modId xmlns:p14="http://schemas.microsoft.com/office/powerpoint/2010/main" val="3616185642"/>
              </p:ext>
            </p:extLst>
          </p:nvPr>
        </p:nvGraphicFramePr>
        <p:xfrm>
          <a:off x="760413" y="746125"/>
          <a:ext cx="5202237" cy="1624013"/>
        </p:xfrm>
        <a:graphic>
          <a:graphicData uri="http://schemas.openxmlformats.org/presentationml/2006/ole">
            <mc:AlternateContent xmlns:mc="http://schemas.openxmlformats.org/markup-compatibility/2006">
              <mc:Choice xmlns:v="urn:schemas-microsoft-com:vml" Requires="v">
                <p:oleObj name="CorelDRAW" r:id="rId4" imgW="7076880" imgH="2216160" progId="CorelDraw.Graphic.22">
                  <p:embed/>
                </p:oleObj>
              </mc:Choice>
              <mc:Fallback>
                <p:oleObj name="CorelDRAW" r:id="rId4" imgW="7076880" imgH="2216160" progId="CorelDraw.Graphic.22">
                  <p:embed/>
                  <p:pic>
                    <p:nvPicPr>
                      <p:cNvPr id="23" name="Objeto 22">
                        <a:extLst>
                          <a:ext uri="{FF2B5EF4-FFF2-40B4-BE49-F238E27FC236}">
                            <a16:creationId xmlns:a16="http://schemas.microsoft.com/office/drawing/2014/main" id="{620C25E2-2233-43BC-904F-27049F389844}"/>
                          </a:ext>
                        </a:extLst>
                      </p:cNvPr>
                      <p:cNvPicPr/>
                      <p:nvPr/>
                    </p:nvPicPr>
                    <p:blipFill>
                      <a:blip r:embed="rId5"/>
                      <a:stretch>
                        <a:fillRect/>
                      </a:stretch>
                    </p:blipFill>
                    <p:spPr>
                      <a:xfrm>
                        <a:off x="760413" y="746125"/>
                        <a:ext cx="5202237" cy="1624013"/>
                      </a:xfrm>
                      <a:prstGeom prst="rect">
                        <a:avLst/>
                      </a:prstGeom>
                    </p:spPr>
                  </p:pic>
                </p:oleObj>
              </mc:Fallback>
            </mc:AlternateContent>
          </a:graphicData>
        </a:graphic>
      </p:graphicFrame>
      <p:pic>
        <p:nvPicPr>
          <p:cNvPr id="27" name="Imagen 26">
            <a:extLst>
              <a:ext uri="{FF2B5EF4-FFF2-40B4-BE49-F238E27FC236}">
                <a16:creationId xmlns:a16="http://schemas.microsoft.com/office/drawing/2014/main" id="{FB324CA5-B85C-4823-92E5-85E4DA0B6463}"/>
              </a:ext>
            </a:extLst>
          </p:cNvPr>
          <p:cNvPicPr>
            <a:picLocks noChangeAspect="1"/>
          </p:cNvPicPr>
          <p:nvPr userDrawn="1"/>
        </p:nvPicPr>
        <p:blipFill>
          <a:blip r:embed="rId6"/>
          <a:stretch>
            <a:fillRect/>
          </a:stretch>
        </p:blipFill>
        <p:spPr>
          <a:xfrm>
            <a:off x="8646795" y="160906"/>
            <a:ext cx="3332953" cy="6039792"/>
          </a:xfrm>
          <a:prstGeom prst="rect">
            <a:avLst/>
          </a:prstGeom>
        </p:spPr>
      </p:pic>
    </p:spTree>
    <p:extLst>
      <p:ext uri="{BB962C8B-B14F-4D97-AF65-F5344CB8AC3E}">
        <p14:creationId xmlns:p14="http://schemas.microsoft.com/office/powerpoint/2010/main" val="38191257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26" presetClass="emph" presetSubtype="0" fill="hold" nodeType="withEffect">
                                  <p:stCondLst>
                                    <p:cond delay="0"/>
                                  </p:stCondLst>
                                  <p:childTnLst>
                                    <p:animEffect transition="out" filter="fade">
                                      <p:cBhvr>
                                        <p:cTn id="9" dur="500" tmFilter="0, 0; .2, .5; .8, .5; 1, 0"/>
                                        <p:tgtEl>
                                          <p:spTgt spid="23"/>
                                        </p:tgtEl>
                                      </p:cBhvr>
                                    </p:animEffect>
                                    <p:animScale>
                                      <p:cBhvr>
                                        <p:cTn id="10" dur="250" autoRev="1" fill="hold"/>
                                        <p:tgtEl>
                                          <p:spTgt spid="2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ponsor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B582B7D-895C-4A9C-8344-1CB7FFE79E9A}"/>
              </a:ext>
            </a:extLst>
          </p:cNvPr>
          <p:cNvSpPr>
            <a:spLocks noGrp="1"/>
          </p:cNvSpPr>
          <p:nvPr>
            <p:ph type="title" hasCustomPrompt="1"/>
          </p:nvPr>
        </p:nvSpPr>
        <p:spPr>
          <a:xfrm>
            <a:off x="1036320" y="2273491"/>
            <a:ext cx="10190480" cy="430887"/>
          </a:xfrm>
          <a:prstGeom prst="rect">
            <a:avLst/>
          </a:prstGeom>
          <a:noFill/>
        </p:spPr>
        <p:txBody>
          <a:bodyPr wrap="square" lIns="0" tIns="0" rIns="0" bIns="0" anchor="b" anchorCtr="0">
            <a:spAutoFit/>
          </a:bodyPr>
          <a:lstStyle>
            <a:lvl1pPr algn="ctr">
              <a:defRPr sz="2800" b="1" spc="-50" baseline="0">
                <a:solidFill>
                  <a:schemeClr val="bg1"/>
                </a:solidFill>
                <a:latin typeface="Lufga" panose="00000500000000000000" pitchFamily="50" charset="0"/>
                <a:cs typeface="Segoe UI" panose="020B0502040204020203" pitchFamily="34" charset="0"/>
              </a:defRPr>
            </a:lvl1pPr>
          </a:lstStyle>
          <a:p>
            <a:r>
              <a:rPr lang="en-US" dirty="0"/>
              <a:t>Sponsors</a:t>
            </a:r>
          </a:p>
        </p:txBody>
      </p:sp>
      <p:graphicFrame>
        <p:nvGraphicFramePr>
          <p:cNvPr id="23" name="Objeto 22">
            <a:extLst>
              <a:ext uri="{FF2B5EF4-FFF2-40B4-BE49-F238E27FC236}">
                <a16:creationId xmlns:a16="http://schemas.microsoft.com/office/drawing/2014/main" id="{620C25E2-2233-43BC-904F-27049F389844}"/>
              </a:ext>
            </a:extLst>
          </p:cNvPr>
          <p:cNvGraphicFramePr>
            <a:graphicFrameLocks noChangeAspect="1"/>
          </p:cNvGraphicFramePr>
          <p:nvPr userDrawn="1">
            <p:extLst>
              <p:ext uri="{D42A27DB-BD31-4B8C-83A1-F6EECF244321}">
                <p14:modId xmlns:p14="http://schemas.microsoft.com/office/powerpoint/2010/main" val="4765875"/>
              </p:ext>
            </p:extLst>
          </p:nvPr>
        </p:nvGraphicFramePr>
        <p:xfrm>
          <a:off x="760731" y="745884"/>
          <a:ext cx="4166869" cy="1301330"/>
        </p:xfrm>
        <a:graphic>
          <a:graphicData uri="http://schemas.openxmlformats.org/presentationml/2006/ole">
            <mc:AlternateContent xmlns:mc="http://schemas.openxmlformats.org/markup-compatibility/2006">
              <mc:Choice xmlns:v="urn:schemas-microsoft-com:vml" Requires="v">
                <p:oleObj name="CorelDRAW" r:id="rId2" imgW="7076880" imgH="2216160" progId="CorelDraw.Graphic.22">
                  <p:embed/>
                </p:oleObj>
              </mc:Choice>
              <mc:Fallback>
                <p:oleObj name="CorelDRAW" r:id="rId2" imgW="7076880" imgH="2216160" progId="CorelDraw.Graphic.22">
                  <p:embed/>
                  <p:pic>
                    <p:nvPicPr>
                      <p:cNvPr id="23" name="Objeto 22">
                        <a:extLst>
                          <a:ext uri="{FF2B5EF4-FFF2-40B4-BE49-F238E27FC236}">
                            <a16:creationId xmlns:a16="http://schemas.microsoft.com/office/drawing/2014/main" id="{620C25E2-2233-43BC-904F-27049F389844}"/>
                          </a:ext>
                        </a:extLst>
                      </p:cNvPr>
                      <p:cNvPicPr/>
                      <p:nvPr/>
                    </p:nvPicPr>
                    <p:blipFill>
                      <a:blip r:embed="rId3"/>
                      <a:stretch>
                        <a:fillRect/>
                      </a:stretch>
                    </p:blipFill>
                    <p:spPr>
                      <a:xfrm>
                        <a:off x="760731" y="745884"/>
                        <a:ext cx="4166869" cy="1301330"/>
                      </a:xfrm>
                      <a:prstGeom prst="rect">
                        <a:avLst/>
                      </a:prstGeom>
                    </p:spPr>
                  </p:pic>
                </p:oleObj>
              </mc:Fallback>
            </mc:AlternateContent>
          </a:graphicData>
        </a:graphic>
      </p:graphicFrame>
      <p:pic>
        <p:nvPicPr>
          <p:cNvPr id="27" name="Imagen 26">
            <a:extLst>
              <a:ext uri="{FF2B5EF4-FFF2-40B4-BE49-F238E27FC236}">
                <a16:creationId xmlns:a16="http://schemas.microsoft.com/office/drawing/2014/main" id="{FB324CA5-B85C-4823-92E5-85E4DA0B6463}"/>
              </a:ext>
            </a:extLst>
          </p:cNvPr>
          <p:cNvPicPr>
            <a:picLocks noChangeAspect="1"/>
          </p:cNvPicPr>
          <p:nvPr userDrawn="1"/>
        </p:nvPicPr>
        <p:blipFill>
          <a:blip r:embed="rId4"/>
          <a:stretch>
            <a:fillRect/>
          </a:stretch>
        </p:blipFill>
        <p:spPr>
          <a:xfrm>
            <a:off x="8427720" y="409104"/>
            <a:ext cx="3332953" cy="6039792"/>
          </a:xfrm>
          <a:prstGeom prst="rect">
            <a:avLst/>
          </a:prstGeom>
        </p:spPr>
      </p:pic>
      <p:sp>
        <p:nvSpPr>
          <p:cNvPr id="47" name="Rectángulo: esquinas redondeadas 46">
            <a:extLst>
              <a:ext uri="{FF2B5EF4-FFF2-40B4-BE49-F238E27FC236}">
                <a16:creationId xmlns:a16="http://schemas.microsoft.com/office/drawing/2014/main" id="{5CD8DFBB-4FF2-472E-87BC-8A45F01A1D21}"/>
              </a:ext>
            </a:extLst>
          </p:cNvPr>
          <p:cNvSpPr/>
          <p:nvPr userDrawn="1"/>
        </p:nvSpPr>
        <p:spPr bwMode="auto">
          <a:xfrm>
            <a:off x="326072" y="3193641"/>
            <a:ext cx="11610975" cy="4508370"/>
          </a:xfrm>
          <a:prstGeom prst="roundRect">
            <a:avLst>
              <a:gd name="adj" fmla="val 6794"/>
            </a:avLst>
          </a:prstGeom>
          <a:solidFill>
            <a:schemeClr val="bg1"/>
          </a:solidFill>
          <a:ln>
            <a:noFill/>
            <a:headEnd type="none" w="med" len="med"/>
            <a:tailEnd type="none" w="med" len="med"/>
          </a:ln>
          <a:effectLst>
            <a:outerShdw blurRad="50800" dist="38100" dir="5400000" sx="101000" sy="101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s-E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4">
            <a:extLst>
              <a:ext uri="{FF2B5EF4-FFF2-40B4-BE49-F238E27FC236}">
                <a16:creationId xmlns:a16="http://schemas.microsoft.com/office/drawing/2014/main" id="{6956D186-3FC1-C2C9-8C4A-78C84389D30F}"/>
              </a:ext>
            </a:extLst>
          </p:cNvPr>
          <p:cNvSpPr txBox="1">
            <a:spLocks/>
          </p:cNvSpPr>
          <p:nvPr userDrawn="1"/>
        </p:nvSpPr>
        <p:spPr>
          <a:xfrm>
            <a:off x="1994356" y="1892311"/>
            <a:ext cx="3662953" cy="246221"/>
          </a:xfrm>
          <a:prstGeom prst="rect">
            <a:avLst/>
          </a:prstGeom>
          <a:noFill/>
        </p:spPr>
        <p:txBody>
          <a:bodyPr wrap="square" lIns="0" tIns="0" rIns="0" bIns="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sz="1600" dirty="0">
                <a:solidFill>
                  <a:schemeClr val="bg1"/>
                </a:solidFill>
                <a:latin typeface="Lufga" panose="00000500000000000000" pitchFamily="50" charset="0"/>
              </a:rPr>
              <a:t>2-4 March 2023</a:t>
            </a:r>
          </a:p>
        </p:txBody>
      </p:sp>
    </p:spTree>
    <p:extLst>
      <p:ext uri="{BB962C8B-B14F-4D97-AF65-F5344CB8AC3E}">
        <p14:creationId xmlns:p14="http://schemas.microsoft.com/office/powerpoint/2010/main" val="1782305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7" grpId="0" animBg="1"/>
    </p:bldLst>
  </p:timing>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C223917-79E5-47CF-A06E-3142C6D8596F}"/>
              </a:ext>
            </a:extLst>
          </p:cNvPr>
          <p:cNvSpPr>
            <a:spLocks noGrp="1"/>
          </p:cNvSpPr>
          <p:nvPr>
            <p:ph type="title" hasCustomPrompt="1"/>
          </p:nvPr>
        </p:nvSpPr>
        <p:spPr>
          <a:xfrm>
            <a:off x="669290" y="1961602"/>
            <a:ext cx="6043930" cy="553998"/>
          </a:xfrm>
          <a:prstGeom prst="rect">
            <a:avLst/>
          </a:prstGeom>
          <a:noFill/>
        </p:spPr>
        <p:txBody>
          <a:bodyPr wrap="square" lIns="0" tIns="0" rIns="0" bIns="0" anchor="b" anchorCtr="0">
            <a:spAutoFit/>
          </a:bodyPr>
          <a:lstStyle>
            <a:lvl1pPr>
              <a:defRPr sz="3600" b="1" spc="-50" baseline="0">
                <a:solidFill>
                  <a:schemeClr val="bg1"/>
                </a:solidFill>
                <a:latin typeface="Lufga" panose="00000500000000000000" pitchFamily="50" charset="0"/>
                <a:cs typeface="Segoe UI" panose="020B0502040204020203" pitchFamily="34" charset="0"/>
              </a:defRPr>
            </a:lvl1pPr>
          </a:lstStyle>
          <a:p>
            <a:r>
              <a:rPr lang="en-US" dirty="0"/>
              <a:t>Section title </a:t>
            </a:r>
          </a:p>
        </p:txBody>
      </p:sp>
      <p:sp>
        <p:nvSpPr>
          <p:cNvPr id="17" name="Text Placeholder 4">
            <a:extLst>
              <a:ext uri="{FF2B5EF4-FFF2-40B4-BE49-F238E27FC236}">
                <a16:creationId xmlns:a16="http://schemas.microsoft.com/office/drawing/2014/main" id="{ADA41FCA-C94A-4A8B-A129-CBAD1E29F0A5}"/>
              </a:ext>
            </a:extLst>
          </p:cNvPr>
          <p:cNvSpPr txBox="1">
            <a:spLocks/>
          </p:cNvSpPr>
          <p:nvPr userDrawn="1"/>
        </p:nvSpPr>
        <p:spPr>
          <a:xfrm>
            <a:off x="8427720" y="6408742"/>
            <a:ext cx="3075413" cy="246221"/>
          </a:xfrm>
          <a:prstGeom prst="rect">
            <a:avLst/>
          </a:prstGeom>
          <a:noFill/>
        </p:spPr>
        <p:txBody>
          <a:bodyPr wrap="square" lIns="0" tIns="0" rIns="0" bIns="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sz="1600" dirty="0">
                <a:solidFill>
                  <a:schemeClr val="bg1"/>
                </a:solidFill>
                <a:latin typeface="Lufga" panose="00000500000000000000" pitchFamily="50" charset="0"/>
              </a:rPr>
              <a:t>#GlobalAIBootcamp</a:t>
            </a:r>
          </a:p>
        </p:txBody>
      </p:sp>
      <p:graphicFrame>
        <p:nvGraphicFramePr>
          <p:cNvPr id="18" name="Objeto 17">
            <a:extLst>
              <a:ext uri="{FF2B5EF4-FFF2-40B4-BE49-F238E27FC236}">
                <a16:creationId xmlns:a16="http://schemas.microsoft.com/office/drawing/2014/main" id="{5A97A648-B0A5-418D-AB4C-1BC54306F09C}"/>
              </a:ext>
            </a:extLst>
          </p:cNvPr>
          <p:cNvGraphicFramePr>
            <a:graphicFrameLocks noChangeAspect="1"/>
          </p:cNvGraphicFramePr>
          <p:nvPr userDrawn="1">
            <p:extLst>
              <p:ext uri="{D42A27DB-BD31-4B8C-83A1-F6EECF244321}">
                <p14:modId xmlns:p14="http://schemas.microsoft.com/office/powerpoint/2010/main" val="2183402196"/>
              </p:ext>
            </p:extLst>
          </p:nvPr>
        </p:nvGraphicFramePr>
        <p:xfrm>
          <a:off x="11590698" y="6365475"/>
          <a:ext cx="308626" cy="307777"/>
        </p:xfrm>
        <a:graphic>
          <a:graphicData uri="http://schemas.openxmlformats.org/presentationml/2006/ole">
            <mc:AlternateContent xmlns:mc="http://schemas.openxmlformats.org/markup-compatibility/2006">
              <mc:Choice xmlns:v="urn:schemas-microsoft-com:vml" Requires="v">
                <p:oleObj name="CorelDRAW" r:id="rId2" imgW="2885818" imgH="2878380" progId="CorelDraw.Graphic.22">
                  <p:embed/>
                </p:oleObj>
              </mc:Choice>
              <mc:Fallback>
                <p:oleObj name="CorelDRAW" r:id="rId2" imgW="2885818" imgH="2878380" progId="CorelDraw.Graphic.22">
                  <p:embed/>
                  <p:pic>
                    <p:nvPicPr>
                      <p:cNvPr id="18" name="Objeto 17">
                        <a:extLst>
                          <a:ext uri="{FF2B5EF4-FFF2-40B4-BE49-F238E27FC236}">
                            <a16:creationId xmlns:a16="http://schemas.microsoft.com/office/drawing/2014/main" id="{5A97A648-B0A5-418D-AB4C-1BC54306F09C}"/>
                          </a:ext>
                        </a:extLst>
                      </p:cNvPr>
                      <p:cNvPicPr/>
                      <p:nvPr/>
                    </p:nvPicPr>
                    <p:blipFill>
                      <a:blip r:embed="rId3"/>
                      <a:stretch>
                        <a:fillRect/>
                      </a:stretch>
                    </p:blipFill>
                    <p:spPr>
                      <a:xfrm>
                        <a:off x="11590698" y="6365475"/>
                        <a:ext cx="308626" cy="307777"/>
                      </a:xfrm>
                      <a:prstGeom prst="rect">
                        <a:avLst/>
                      </a:prstGeom>
                    </p:spPr>
                  </p:pic>
                </p:oleObj>
              </mc:Fallback>
            </mc:AlternateContent>
          </a:graphicData>
        </a:graphic>
      </p:graphicFrame>
      <p:pic>
        <p:nvPicPr>
          <p:cNvPr id="4" name="Imagen 26">
            <a:extLst>
              <a:ext uri="{FF2B5EF4-FFF2-40B4-BE49-F238E27FC236}">
                <a16:creationId xmlns:a16="http://schemas.microsoft.com/office/drawing/2014/main" id="{D71466D5-7FE3-C5D3-871C-9BFDEC9C6808}"/>
              </a:ext>
            </a:extLst>
          </p:cNvPr>
          <p:cNvPicPr>
            <a:picLocks noChangeAspect="1"/>
          </p:cNvPicPr>
          <p:nvPr userDrawn="1"/>
        </p:nvPicPr>
        <p:blipFill>
          <a:blip r:embed="rId4"/>
          <a:stretch>
            <a:fillRect/>
          </a:stretch>
        </p:blipFill>
        <p:spPr>
          <a:xfrm>
            <a:off x="8646795" y="160906"/>
            <a:ext cx="3332953" cy="6039792"/>
          </a:xfrm>
          <a:prstGeom prst="rect">
            <a:avLst/>
          </a:prstGeom>
        </p:spPr>
      </p:pic>
    </p:spTree>
    <p:extLst>
      <p:ext uri="{BB962C8B-B14F-4D97-AF65-F5344CB8AC3E}">
        <p14:creationId xmlns:p14="http://schemas.microsoft.com/office/powerpoint/2010/main" val="1851947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C223917-79E5-47CF-A06E-3142C6D8596F}"/>
              </a:ext>
            </a:extLst>
          </p:cNvPr>
          <p:cNvSpPr>
            <a:spLocks noGrp="1"/>
          </p:cNvSpPr>
          <p:nvPr>
            <p:ph type="title" hasCustomPrompt="1"/>
          </p:nvPr>
        </p:nvSpPr>
        <p:spPr>
          <a:xfrm>
            <a:off x="669290" y="1961602"/>
            <a:ext cx="6043930" cy="553998"/>
          </a:xfrm>
          <a:prstGeom prst="rect">
            <a:avLst/>
          </a:prstGeom>
          <a:noFill/>
        </p:spPr>
        <p:txBody>
          <a:bodyPr wrap="square" lIns="0" tIns="0" rIns="0" bIns="0" anchor="b" anchorCtr="0">
            <a:spAutoFit/>
          </a:bodyPr>
          <a:lstStyle>
            <a:lvl1pPr>
              <a:defRPr sz="3600" b="1" spc="-50" baseline="0">
                <a:solidFill>
                  <a:schemeClr val="bg1"/>
                </a:solidFill>
                <a:latin typeface="Lufga" panose="00000500000000000000" pitchFamily="50" charset="0"/>
                <a:cs typeface="Segoe UI" panose="020B0502040204020203" pitchFamily="34" charset="0"/>
              </a:defRPr>
            </a:lvl1pPr>
          </a:lstStyle>
          <a:p>
            <a:r>
              <a:rPr lang="en-US" dirty="0"/>
              <a:t>Section title </a:t>
            </a:r>
          </a:p>
        </p:txBody>
      </p:sp>
      <p:pic>
        <p:nvPicPr>
          <p:cNvPr id="6" name="Imagen 5">
            <a:extLst>
              <a:ext uri="{FF2B5EF4-FFF2-40B4-BE49-F238E27FC236}">
                <a16:creationId xmlns:a16="http://schemas.microsoft.com/office/drawing/2014/main" id="{BC7D41C5-BD1F-44DF-BE04-47B99D600517}"/>
              </a:ext>
            </a:extLst>
          </p:cNvPr>
          <p:cNvPicPr>
            <a:picLocks noChangeAspect="1"/>
          </p:cNvPicPr>
          <p:nvPr userDrawn="1"/>
        </p:nvPicPr>
        <p:blipFill>
          <a:blip r:embed="rId2"/>
          <a:stretch>
            <a:fillRect/>
          </a:stretch>
        </p:blipFill>
        <p:spPr>
          <a:xfrm>
            <a:off x="8921412" y="1668780"/>
            <a:ext cx="1707757" cy="2697480"/>
          </a:xfrm>
          <a:prstGeom prst="rect">
            <a:avLst/>
          </a:prstGeom>
        </p:spPr>
      </p:pic>
      <p:sp>
        <p:nvSpPr>
          <p:cNvPr id="7" name="Text Placeholder 4">
            <a:extLst>
              <a:ext uri="{FF2B5EF4-FFF2-40B4-BE49-F238E27FC236}">
                <a16:creationId xmlns:a16="http://schemas.microsoft.com/office/drawing/2014/main" id="{87510205-E4BB-44EF-8730-E52FD0D84DCB}"/>
              </a:ext>
            </a:extLst>
          </p:cNvPr>
          <p:cNvSpPr txBox="1">
            <a:spLocks/>
          </p:cNvSpPr>
          <p:nvPr userDrawn="1"/>
        </p:nvSpPr>
        <p:spPr>
          <a:xfrm>
            <a:off x="7526215" y="6408742"/>
            <a:ext cx="3976918" cy="246221"/>
          </a:xfrm>
          <a:prstGeom prst="rect">
            <a:avLst/>
          </a:prstGeom>
          <a:noFill/>
        </p:spPr>
        <p:txBody>
          <a:bodyPr wrap="square" lIns="0" tIns="0" rIns="0" bIns="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sz="1600" dirty="0">
                <a:solidFill>
                  <a:schemeClr val="bg1"/>
                </a:solidFill>
                <a:latin typeface="Lufga" panose="00000500000000000000" pitchFamily="50" charset="0"/>
              </a:rPr>
              <a:t>#GlobalAIBootcamp</a:t>
            </a:r>
          </a:p>
        </p:txBody>
      </p:sp>
      <p:graphicFrame>
        <p:nvGraphicFramePr>
          <p:cNvPr id="10" name="Objeto 9">
            <a:extLst>
              <a:ext uri="{FF2B5EF4-FFF2-40B4-BE49-F238E27FC236}">
                <a16:creationId xmlns:a16="http://schemas.microsoft.com/office/drawing/2014/main" id="{920B2CF1-5FCC-48AD-BD60-C815A64E143D}"/>
              </a:ext>
            </a:extLst>
          </p:cNvPr>
          <p:cNvGraphicFramePr>
            <a:graphicFrameLocks noChangeAspect="1"/>
          </p:cNvGraphicFramePr>
          <p:nvPr userDrawn="1">
            <p:extLst>
              <p:ext uri="{D42A27DB-BD31-4B8C-83A1-F6EECF244321}">
                <p14:modId xmlns:p14="http://schemas.microsoft.com/office/powerpoint/2010/main" val="2183402196"/>
              </p:ext>
            </p:extLst>
          </p:nvPr>
        </p:nvGraphicFramePr>
        <p:xfrm>
          <a:off x="11590698" y="6365475"/>
          <a:ext cx="308626" cy="307777"/>
        </p:xfrm>
        <a:graphic>
          <a:graphicData uri="http://schemas.openxmlformats.org/presentationml/2006/ole">
            <mc:AlternateContent xmlns:mc="http://schemas.openxmlformats.org/markup-compatibility/2006">
              <mc:Choice xmlns:v="urn:schemas-microsoft-com:vml" Requires="v">
                <p:oleObj name="CorelDRAW" r:id="rId3" imgW="2885818" imgH="2878380" progId="CorelDraw.Graphic.22">
                  <p:embed/>
                </p:oleObj>
              </mc:Choice>
              <mc:Fallback>
                <p:oleObj name="CorelDRAW" r:id="rId3" imgW="2885818" imgH="2878380" progId="CorelDraw.Graphic.22">
                  <p:embed/>
                  <p:pic>
                    <p:nvPicPr>
                      <p:cNvPr id="10" name="Objeto 9">
                        <a:extLst>
                          <a:ext uri="{FF2B5EF4-FFF2-40B4-BE49-F238E27FC236}">
                            <a16:creationId xmlns:a16="http://schemas.microsoft.com/office/drawing/2014/main" id="{920B2CF1-5FCC-48AD-BD60-C815A64E143D}"/>
                          </a:ext>
                        </a:extLst>
                      </p:cNvPr>
                      <p:cNvPicPr/>
                      <p:nvPr/>
                    </p:nvPicPr>
                    <p:blipFill>
                      <a:blip r:embed="rId4"/>
                      <a:stretch>
                        <a:fillRect/>
                      </a:stretch>
                    </p:blipFill>
                    <p:spPr>
                      <a:xfrm>
                        <a:off x="11590698" y="6365475"/>
                        <a:ext cx="308626" cy="307777"/>
                      </a:xfrm>
                      <a:prstGeom prst="rect">
                        <a:avLst/>
                      </a:prstGeom>
                    </p:spPr>
                  </p:pic>
                </p:oleObj>
              </mc:Fallback>
            </mc:AlternateContent>
          </a:graphicData>
        </a:graphic>
      </p:graphicFrame>
    </p:spTree>
    <p:extLst>
      <p:ext uri="{BB962C8B-B14F-4D97-AF65-F5344CB8AC3E}">
        <p14:creationId xmlns:p14="http://schemas.microsoft.com/office/powerpoint/2010/main" val="27928813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32" presetClass="emph" presetSubtype="0" repeatCount="2000" fill="hold" nodeType="withEffect">
                                  <p:stCondLst>
                                    <p:cond delay="1500"/>
                                  </p:stCondLst>
                                  <p:childTnLst>
                                    <p:animRot by="120000">
                                      <p:cBhvr>
                                        <p:cTn id="11" dur="100" fill="hold">
                                          <p:stCondLst>
                                            <p:cond delay="0"/>
                                          </p:stCondLst>
                                        </p:cTn>
                                        <p:tgtEl>
                                          <p:spTgt spid="6"/>
                                        </p:tgtEl>
                                        <p:attrNameLst>
                                          <p:attrName>r</p:attrName>
                                        </p:attrNameLst>
                                      </p:cBhvr>
                                    </p:animRot>
                                    <p:animRot by="-240000">
                                      <p:cBhvr>
                                        <p:cTn id="12" dur="200" fill="hold">
                                          <p:stCondLst>
                                            <p:cond delay="200"/>
                                          </p:stCondLst>
                                        </p:cTn>
                                        <p:tgtEl>
                                          <p:spTgt spid="6"/>
                                        </p:tgtEl>
                                        <p:attrNameLst>
                                          <p:attrName>r</p:attrName>
                                        </p:attrNameLst>
                                      </p:cBhvr>
                                    </p:animRot>
                                    <p:animRot by="240000">
                                      <p:cBhvr>
                                        <p:cTn id="13" dur="200" fill="hold">
                                          <p:stCondLst>
                                            <p:cond delay="400"/>
                                          </p:stCondLst>
                                        </p:cTn>
                                        <p:tgtEl>
                                          <p:spTgt spid="6"/>
                                        </p:tgtEl>
                                        <p:attrNameLst>
                                          <p:attrName>r</p:attrName>
                                        </p:attrNameLst>
                                      </p:cBhvr>
                                    </p:animRot>
                                    <p:animRot by="-240000">
                                      <p:cBhvr>
                                        <p:cTn id="14" dur="200" fill="hold">
                                          <p:stCondLst>
                                            <p:cond delay="600"/>
                                          </p:stCondLst>
                                        </p:cTn>
                                        <p:tgtEl>
                                          <p:spTgt spid="6"/>
                                        </p:tgtEl>
                                        <p:attrNameLst>
                                          <p:attrName>r</p:attrName>
                                        </p:attrNameLst>
                                      </p:cBhvr>
                                    </p:animRot>
                                    <p:animRot by="120000">
                                      <p:cBhvr>
                                        <p:cTn id="15" dur="200" fill="hold">
                                          <p:stCondLst>
                                            <p:cond delay="800"/>
                                          </p:stCondLst>
                                        </p:cTn>
                                        <p:tgtEl>
                                          <p:spTgt spid="6"/>
                                        </p:tgtEl>
                                        <p:attrNameLst>
                                          <p:attrName>r</p:attrName>
                                        </p:attrNameLst>
                                      </p:cBhvr>
                                    </p:animRo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19" fill="hold">
                            <p:stCondLst>
                              <p:cond delay="3500"/>
                            </p:stCondLst>
                            <p:childTnLst>
                              <p:par>
                                <p:cTn id="20" presetID="26" presetClass="emph" presetSubtype="0" fill="hold" grpId="0" nodeType="afterEffect">
                                  <p:stCondLst>
                                    <p:cond delay="0"/>
                                  </p:stCondLst>
                                  <p:childTnLst>
                                    <p:animEffect transition="out" filter="fade">
                                      <p:cBhvr>
                                        <p:cTn id="21" dur="500" tmFilter="0, 0; .2, .5; .8, .5; 1, 0"/>
                                        <p:tgtEl>
                                          <p:spTgt spid="5"/>
                                        </p:tgtEl>
                                      </p:cBhvr>
                                    </p:animEffect>
                                    <p:animScale>
                                      <p:cBhvr>
                                        <p:cTn id="22"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Dark">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D9EE599-71B0-4CDF-98B5-F7F7EA1EC36F}"/>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lvl1pPr>
              <a:defRPr b="0">
                <a:solidFill>
                  <a:schemeClr val="bg1"/>
                </a:solidFill>
                <a:latin typeface="Lufga" panose="00000500000000000000" pitchFamily="50"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B6671296-EC24-638C-8EF9-5807B4270A6B}"/>
              </a:ext>
            </a:extLst>
          </p:cNvPr>
          <p:cNvSpPr>
            <a:spLocks noGrp="1"/>
          </p:cNvSpPr>
          <p:nvPr>
            <p:ph type="body" sz="quarter" idx="10"/>
          </p:nvPr>
        </p:nvSpPr>
        <p:spPr>
          <a:xfrm>
            <a:off x="587375" y="1425087"/>
            <a:ext cx="11017250" cy="4377836"/>
          </a:xfrm>
          <a:prstGeom prst="rect">
            <a:avLst/>
          </a:prstGeom>
        </p:spPr>
        <p:txBody>
          <a:bodyPr/>
          <a:lstStyle>
            <a:lvl1pPr>
              <a:defRPr>
                <a:solidFill>
                  <a:schemeClr val="bg1"/>
                </a:solidFill>
                <a:latin typeface="Lufga" panose="00000500000000000000" pitchFamily="50" charset="0"/>
              </a:defRPr>
            </a:lvl1pPr>
            <a:lvl2pPr>
              <a:defRPr>
                <a:solidFill>
                  <a:schemeClr val="bg1"/>
                </a:solidFill>
                <a:latin typeface="Lufga" panose="00000500000000000000" pitchFamily="50" charset="0"/>
              </a:defRPr>
            </a:lvl2pPr>
            <a:lvl3pPr>
              <a:defRPr>
                <a:solidFill>
                  <a:schemeClr val="bg1"/>
                </a:solidFill>
                <a:latin typeface="Lufga" panose="00000500000000000000" pitchFamily="50" charset="0"/>
              </a:defRPr>
            </a:lvl3pPr>
            <a:lvl4pPr>
              <a:defRPr>
                <a:solidFill>
                  <a:schemeClr val="bg1"/>
                </a:solidFill>
                <a:latin typeface="Lufga" panose="00000500000000000000" pitchFamily="50" charset="0"/>
              </a:defRPr>
            </a:lvl4pPr>
            <a:lvl5pPr>
              <a:defRPr>
                <a:solidFill>
                  <a:schemeClr val="bg1"/>
                </a:solidFill>
                <a:latin typeface="Lufga" panose="00000500000000000000" pitchFamily="50"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L" dirty="0"/>
          </a:p>
        </p:txBody>
      </p:sp>
    </p:spTree>
    <p:extLst>
      <p:ext uri="{BB962C8B-B14F-4D97-AF65-F5344CB8AC3E}">
        <p14:creationId xmlns:p14="http://schemas.microsoft.com/office/powerpoint/2010/main" val="114687098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53F8511-E5D5-4329-2086-6D598499B1F3}"/>
              </a:ext>
            </a:extLst>
          </p:cNvPr>
          <p:cNvPicPr>
            <a:picLocks noChangeAspect="1"/>
          </p:cNvPicPr>
          <p:nvPr userDrawn="1"/>
        </p:nvPicPr>
        <p:blipFill>
          <a:blip r:embed="rId2"/>
          <a:stretch>
            <a:fillRect/>
          </a:stretch>
        </p:blipFill>
        <p:spPr>
          <a:xfrm>
            <a:off x="5426175" y="527901"/>
            <a:ext cx="5501980" cy="5501980"/>
          </a:xfrm>
          <a:prstGeom prst="rect">
            <a:avLst/>
          </a:prstGeom>
        </p:spPr>
      </p:pic>
      <p:pic>
        <p:nvPicPr>
          <p:cNvPr id="6" name="Imagen 5">
            <a:extLst>
              <a:ext uri="{FF2B5EF4-FFF2-40B4-BE49-F238E27FC236}">
                <a16:creationId xmlns:a16="http://schemas.microsoft.com/office/drawing/2014/main" id="{56409417-7A32-545B-A082-86F694553142}"/>
              </a:ext>
            </a:extLst>
          </p:cNvPr>
          <p:cNvPicPr>
            <a:picLocks noChangeAspect="1"/>
          </p:cNvPicPr>
          <p:nvPr userDrawn="1"/>
        </p:nvPicPr>
        <p:blipFill>
          <a:blip r:embed="rId3"/>
          <a:stretch>
            <a:fillRect/>
          </a:stretch>
        </p:blipFill>
        <p:spPr>
          <a:xfrm>
            <a:off x="0" y="2692422"/>
            <a:ext cx="3525625" cy="3337459"/>
          </a:xfrm>
          <a:prstGeom prst="rect">
            <a:avLst/>
          </a:prstGeom>
        </p:spPr>
      </p:pic>
    </p:spTree>
    <p:extLst>
      <p:ext uri="{BB962C8B-B14F-4D97-AF65-F5344CB8AC3E}">
        <p14:creationId xmlns:p14="http://schemas.microsoft.com/office/powerpoint/2010/main" val="1079205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oleObject" Target="../embeddings/oleObject2.bin"/><Relationship Id="rId18" Type="http://schemas.openxmlformats.org/officeDocument/2006/relationships/image" Target="../media/image6.emf"/><Relationship Id="rId3" Type="http://schemas.openxmlformats.org/officeDocument/2006/relationships/slideLayout" Target="../slideLayouts/slideLayout3.xml"/><Relationship Id="rId21" Type="http://schemas.openxmlformats.org/officeDocument/2006/relationships/oleObject" Target="../embeddings/oleObject6.bin"/><Relationship Id="rId7" Type="http://schemas.openxmlformats.org/officeDocument/2006/relationships/slideLayout" Target="../slideLayouts/slideLayout7.xml"/><Relationship Id="rId12" Type="http://schemas.openxmlformats.org/officeDocument/2006/relationships/image" Target="../media/image3.wmf"/><Relationship Id="rId17" Type="http://schemas.openxmlformats.org/officeDocument/2006/relationships/oleObject" Target="../embeddings/oleObject4.bin"/><Relationship Id="rId25" Type="http://schemas.openxmlformats.org/officeDocument/2006/relationships/oleObject" Target="../embeddings/oleObject8.bin"/><Relationship Id="rId2" Type="http://schemas.openxmlformats.org/officeDocument/2006/relationships/slideLayout" Target="../slideLayouts/slideLayout2.xml"/><Relationship Id="rId16" Type="http://schemas.openxmlformats.org/officeDocument/2006/relationships/image" Target="../media/image5.emf"/><Relationship Id="rId20" Type="http://schemas.openxmlformats.org/officeDocument/2006/relationships/image" Target="../media/image7.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24" Type="http://schemas.openxmlformats.org/officeDocument/2006/relationships/image" Target="../media/image9.emf"/><Relationship Id="rId5" Type="http://schemas.openxmlformats.org/officeDocument/2006/relationships/slideLayout" Target="../slideLayouts/slideLayout5.xml"/><Relationship Id="rId15" Type="http://schemas.openxmlformats.org/officeDocument/2006/relationships/oleObject" Target="../embeddings/oleObject3.bin"/><Relationship Id="rId23" Type="http://schemas.openxmlformats.org/officeDocument/2006/relationships/oleObject" Target="../embeddings/oleObject7.bin"/><Relationship Id="rId10" Type="http://schemas.openxmlformats.org/officeDocument/2006/relationships/image" Target="../media/image2.emf"/><Relationship Id="rId19" Type="http://schemas.openxmlformats.org/officeDocument/2006/relationships/oleObject" Target="../embeddings/oleObject5.bin"/><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4.emf"/><Relationship Id="rId22" Type="http://schemas.openxmlformats.org/officeDocument/2006/relationships/image" Target="../media/image8.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0"/>
          <a:srcRect l="762"/>
          <a:stretch/>
        </p:blipFill>
        <p:spPr>
          <a:xfrm rot="5400000">
            <a:off x="9464500" y="2843773"/>
            <a:ext cx="6858000" cy="1170455"/>
          </a:xfrm>
          <a:prstGeom prst="rect">
            <a:avLst/>
          </a:prstGeom>
        </p:spPr>
      </p:pic>
      <p:graphicFrame>
        <p:nvGraphicFramePr>
          <p:cNvPr id="55" name="Objeto 54">
            <a:extLst>
              <a:ext uri="{FF2B5EF4-FFF2-40B4-BE49-F238E27FC236}">
                <a16:creationId xmlns:a16="http://schemas.microsoft.com/office/drawing/2014/main" id="{03DC6887-9136-4AC5-A6B0-3E58B934DCEB}"/>
              </a:ext>
            </a:extLst>
          </p:cNvPr>
          <p:cNvGraphicFramePr>
            <a:graphicFrameLocks noChangeAspect="1"/>
          </p:cNvGraphicFramePr>
          <p:nvPr userDrawn="1">
            <p:extLst>
              <p:ext uri="{D42A27DB-BD31-4B8C-83A1-F6EECF244321}">
                <p14:modId xmlns:p14="http://schemas.microsoft.com/office/powerpoint/2010/main" val="1566663505"/>
              </p:ext>
            </p:extLst>
          </p:nvPr>
        </p:nvGraphicFramePr>
        <p:xfrm>
          <a:off x="2171701" y="-962194"/>
          <a:ext cx="2863516" cy="834179"/>
        </p:xfrm>
        <a:graphic>
          <a:graphicData uri="http://schemas.openxmlformats.org/presentationml/2006/ole">
            <mc:AlternateContent xmlns:mc="http://schemas.openxmlformats.org/markup-compatibility/2006">
              <mc:Choice xmlns:v="urn:schemas-microsoft-com:vml" Requires="v">
                <p:oleObj name="CorelDRAW" r:id="rId11" imgW="7586640" imgH="2216160" progId="CorelDraw.Graphic.22">
                  <p:embed/>
                </p:oleObj>
              </mc:Choice>
              <mc:Fallback>
                <p:oleObj name="CorelDRAW" r:id="rId11" imgW="7586640" imgH="2216160" progId="CorelDraw.Graphic.22">
                  <p:embed/>
                  <p:pic>
                    <p:nvPicPr>
                      <p:cNvPr id="55" name="Objeto 54">
                        <a:extLst>
                          <a:ext uri="{FF2B5EF4-FFF2-40B4-BE49-F238E27FC236}">
                            <a16:creationId xmlns:a16="http://schemas.microsoft.com/office/drawing/2014/main" id="{03DC6887-9136-4AC5-A6B0-3E58B934DCEB}"/>
                          </a:ext>
                        </a:extLst>
                      </p:cNvPr>
                      <p:cNvPicPr/>
                      <p:nvPr/>
                    </p:nvPicPr>
                    <p:blipFill>
                      <a:blip r:embed="rId12"/>
                      <a:stretch>
                        <a:fillRect/>
                      </a:stretch>
                    </p:blipFill>
                    <p:spPr>
                      <a:xfrm>
                        <a:off x="2171701" y="-962194"/>
                        <a:ext cx="2863516" cy="834179"/>
                      </a:xfrm>
                      <a:prstGeom prst="rect">
                        <a:avLst/>
                      </a:prstGeom>
                    </p:spPr>
                  </p:pic>
                </p:oleObj>
              </mc:Fallback>
            </mc:AlternateContent>
          </a:graphicData>
        </a:graphic>
      </p:graphicFrame>
      <p:graphicFrame>
        <p:nvGraphicFramePr>
          <p:cNvPr id="36" name="Objeto 35">
            <a:extLst>
              <a:ext uri="{FF2B5EF4-FFF2-40B4-BE49-F238E27FC236}">
                <a16:creationId xmlns:a16="http://schemas.microsoft.com/office/drawing/2014/main" id="{1EA6E66D-CDD7-4AB3-8108-CC65FEA047F2}"/>
              </a:ext>
            </a:extLst>
          </p:cNvPr>
          <p:cNvGraphicFramePr>
            <a:graphicFrameLocks noChangeAspect="1"/>
          </p:cNvGraphicFramePr>
          <p:nvPr userDrawn="1">
            <p:extLst>
              <p:ext uri="{D42A27DB-BD31-4B8C-83A1-F6EECF244321}">
                <p14:modId xmlns:p14="http://schemas.microsoft.com/office/powerpoint/2010/main" val="2806014569"/>
              </p:ext>
            </p:extLst>
          </p:nvPr>
        </p:nvGraphicFramePr>
        <p:xfrm>
          <a:off x="114199" y="-969041"/>
          <a:ext cx="659268" cy="844494"/>
        </p:xfrm>
        <a:graphic>
          <a:graphicData uri="http://schemas.openxmlformats.org/presentationml/2006/ole">
            <mc:AlternateContent xmlns:mc="http://schemas.openxmlformats.org/markup-compatibility/2006">
              <mc:Choice xmlns:v="urn:schemas-microsoft-com:vml" Requires="v">
                <p:oleObj name="CorelDRAW" r:id="rId13" imgW="2717965" imgH="3481884" progId="CorelDraw.Graphic.22">
                  <p:embed/>
                </p:oleObj>
              </mc:Choice>
              <mc:Fallback>
                <p:oleObj name="CorelDRAW" r:id="rId13" imgW="2717965" imgH="3481884" progId="CorelDraw.Graphic.22">
                  <p:embed/>
                  <p:pic>
                    <p:nvPicPr>
                      <p:cNvPr id="36" name="Objeto 35">
                        <a:extLst>
                          <a:ext uri="{FF2B5EF4-FFF2-40B4-BE49-F238E27FC236}">
                            <a16:creationId xmlns:a16="http://schemas.microsoft.com/office/drawing/2014/main" id="{1EA6E66D-CDD7-4AB3-8108-CC65FEA047F2}"/>
                          </a:ext>
                        </a:extLst>
                      </p:cNvPr>
                      <p:cNvPicPr/>
                      <p:nvPr/>
                    </p:nvPicPr>
                    <p:blipFill>
                      <a:blip r:embed="rId14"/>
                      <a:stretch>
                        <a:fillRect/>
                      </a:stretch>
                    </p:blipFill>
                    <p:spPr>
                      <a:xfrm>
                        <a:off x="114199" y="-969041"/>
                        <a:ext cx="659268" cy="844494"/>
                      </a:xfrm>
                      <a:prstGeom prst="rect">
                        <a:avLst/>
                      </a:prstGeom>
                    </p:spPr>
                  </p:pic>
                </p:oleObj>
              </mc:Fallback>
            </mc:AlternateContent>
          </a:graphicData>
        </a:graphic>
      </p:graphicFrame>
      <p:graphicFrame>
        <p:nvGraphicFramePr>
          <p:cNvPr id="37" name="Objeto 36">
            <a:extLst>
              <a:ext uri="{FF2B5EF4-FFF2-40B4-BE49-F238E27FC236}">
                <a16:creationId xmlns:a16="http://schemas.microsoft.com/office/drawing/2014/main" id="{889AA2A7-C37D-4D99-8D90-EA389E46DC86}"/>
              </a:ext>
            </a:extLst>
          </p:cNvPr>
          <p:cNvGraphicFramePr>
            <a:graphicFrameLocks noChangeAspect="1"/>
          </p:cNvGraphicFramePr>
          <p:nvPr userDrawn="1">
            <p:extLst>
              <p:ext uri="{D42A27DB-BD31-4B8C-83A1-F6EECF244321}">
                <p14:modId xmlns:p14="http://schemas.microsoft.com/office/powerpoint/2010/main" val="1727528398"/>
              </p:ext>
            </p:extLst>
          </p:nvPr>
        </p:nvGraphicFramePr>
        <p:xfrm>
          <a:off x="1004492" y="-969041"/>
          <a:ext cx="659268" cy="844494"/>
        </p:xfrm>
        <a:graphic>
          <a:graphicData uri="http://schemas.openxmlformats.org/presentationml/2006/ole">
            <mc:AlternateContent xmlns:mc="http://schemas.openxmlformats.org/markup-compatibility/2006">
              <mc:Choice xmlns:v="urn:schemas-microsoft-com:vml" Requires="v">
                <p:oleObj name="CorelDRAW" r:id="rId15" imgW="2717965" imgH="3481884" progId="CorelDraw.Graphic.22">
                  <p:embed/>
                </p:oleObj>
              </mc:Choice>
              <mc:Fallback>
                <p:oleObj name="CorelDRAW" r:id="rId15" imgW="2717965" imgH="3481884" progId="CorelDraw.Graphic.22">
                  <p:embed/>
                  <p:pic>
                    <p:nvPicPr>
                      <p:cNvPr id="37" name="Objeto 36">
                        <a:extLst>
                          <a:ext uri="{FF2B5EF4-FFF2-40B4-BE49-F238E27FC236}">
                            <a16:creationId xmlns:a16="http://schemas.microsoft.com/office/drawing/2014/main" id="{889AA2A7-C37D-4D99-8D90-EA389E46DC86}"/>
                          </a:ext>
                        </a:extLst>
                      </p:cNvPr>
                      <p:cNvPicPr/>
                      <p:nvPr/>
                    </p:nvPicPr>
                    <p:blipFill>
                      <a:blip r:embed="rId16"/>
                      <a:stretch>
                        <a:fillRect/>
                      </a:stretch>
                    </p:blipFill>
                    <p:spPr>
                      <a:xfrm>
                        <a:off x="1004492" y="-969041"/>
                        <a:ext cx="659268" cy="844494"/>
                      </a:xfrm>
                      <a:prstGeom prst="rect">
                        <a:avLst/>
                      </a:prstGeom>
                    </p:spPr>
                  </p:pic>
                </p:oleObj>
              </mc:Fallback>
            </mc:AlternateContent>
          </a:graphicData>
        </a:graphic>
      </p:graphicFrame>
      <p:graphicFrame>
        <p:nvGraphicFramePr>
          <p:cNvPr id="2" name="Objeto 1">
            <a:extLst>
              <a:ext uri="{FF2B5EF4-FFF2-40B4-BE49-F238E27FC236}">
                <a16:creationId xmlns:a16="http://schemas.microsoft.com/office/drawing/2014/main" id="{E50C6A76-9C4A-4439-88FF-4351BE9C90CF}"/>
              </a:ext>
            </a:extLst>
          </p:cNvPr>
          <p:cNvGraphicFramePr>
            <a:graphicFrameLocks noChangeAspect="1"/>
          </p:cNvGraphicFramePr>
          <p:nvPr userDrawn="1">
            <p:extLst>
              <p:ext uri="{D42A27DB-BD31-4B8C-83A1-F6EECF244321}">
                <p14:modId xmlns:p14="http://schemas.microsoft.com/office/powerpoint/2010/main" val="3584962319"/>
              </p:ext>
            </p:extLst>
          </p:nvPr>
        </p:nvGraphicFramePr>
        <p:xfrm>
          <a:off x="5214707" y="-962194"/>
          <a:ext cx="2885384" cy="840548"/>
        </p:xfrm>
        <a:graphic>
          <a:graphicData uri="http://schemas.openxmlformats.org/presentationml/2006/ole">
            <mc:AlternateContent xmlns:mc="http://schemas.openxmlformats.org/markup-compatibility/2006">
              <mc:Choice xmlns:v="urn:schemas-microsoft-com:vml" Requires="v">
                <p:oleObj name="CorelDRAW" r:id="rId17" imgW="11950428" imgH="3481884" progId="CorelDraw.Graphic.22">
                  <p:embed/>
                </p:oleObj>
              </mc:Choice>
              <mc:Fallback>
                <p:oleObj name="CorelDRAW" r:id="rId17" imgW="11950428" imgH="3481884" progId="CorelDraw.Graphic.22">
                  <p:embed/>
                  <p:pic>
                    <p:nvPicPr>
                      <p:cNvPr id="2" name="Objeto 1">
                        <a:extLst>
                          <a:ext uri="{FF2B5EF4-FFF2-40B4-BE49-F238E27FC236}">
                            <a16:creationId xmlns:a16="http://schemas.microsoft.com/office/drawing/2014/main" id="{E50C6A76-9C4A-4439-88FF-4351BE9C90CF}"/>
                          </a:ext>
                        </a:extLst>
                      </p:cNvPr>
                      <p:cNvPicPr/>
                      <p:nvPr/>
                    </p:nvPicPr>
                    <p:blipFill>
                      <a:blip r:embed="rId18"/>
                      <a:stretch>
                        <a:fillRect/>
                      </a:stretch>
                    </p:blipFill>
                    <p:spPr>
                      <a:xfrm>
                        <a:off x="5214707" y="-962194"/>
                        <a:ext cx="2885384" cy="840548"/>
                      </a:xfrm>
                      <a:prstGeom prst="rect">
                        <a:avLst/>
                      </a:prstGeom>
                    </p:spPr>
                  </p:pic>
                </p:oleObj>
              </mc:Fallback>
            </mc:AlternateContent>
          </a:graphicData>
        </a:graphic>
      </p:graphicFrame>
      <p:graphicFrame>
        <p:nvGraphicFramePr>
          <p:cNvPr id="52" name="Objeto 51">
            <a:extLst>
              <a:ext uri="{FF2B5EF4-FFF2-40B4-BE49-F238E27FC236}">
                <a16:creationId xmlns:a16="http://schemas.microsoft.com/office/drawing/2014/main" id="{770FF4E6-361E-456C-8AB8-251D7689A593}"/>
              </a:ext>
            </a:extLst>
          </p:cNvPr>
          <p:cNvGraphicFramePr>
            <a:graphicFrameLocks noChangeAspect="1"/>
          </p:cNvGraphicFramePr>
          <p:nvPr userDrawn="1">
            <p:extLst>
              <p:ext uri="{D42A27DB-BD31-4B8C-83A1-F6EECF244321}">
                <p14:modId xmlns:p14="http://schemas.microsoft.com/office/powerpoint/2010/main" val="4038483905"/>
              </p:ext>
            </p:extLst>
          </p:nvPr>
        </p:nvGraphicFramePr>
        <p:xfrm>
          <a:off x="8495362" y="-838994"/>
          <a:ext cx="1410638" cy="552424"/>
        </p:xfrm>
        <a:graphic>
          <a:graphicData uri="http://schemas.openxmlformats.org/presentationml/2006/ole">
            <mc:AlternateContent xmlns:mc="http://schemas.openxmlformats.org/markup-compatibility/2006">
              <mc:Choice xmlns:v="urn:schemas-microsoft-com:vml" Requires="v">
                <p:oleObj name="CorelDRAW" r:id="rId19" imgW="2687911" imgH="1053163" progId="CorelDraw.Graphic.22">
                  <p:embed/>
                </p:oleObj>
              </mc:Choice>
              <mc:Fallback>
                <p:oleObj name="CorelDRAW" r:id="rId19" imgW="2687911" imgH="1053163" progId="CorelDraw.Graphic.22">
                  <p:embed/>
                  <p:pic>
                    <p:nvPicPr>
                      <p:cNvPr id="52" name="Objeto 51">
                        <a:extLst>
                          <a:ext uri="{FF2B5EF4-FFF2-40B4-BE49-F238E27FC236}">
                            <a16:creationId xmlns:a16="http://schemas.microsoft.com/office/drawing/2014/main" id="{770FF4E6-361E-456C-8AB8-251D7689A593}"/>
                          </a:ext>
                        </a:extLst>
                      </p:cNvPr>
                      <p:cNvPicPr/>
                      <p:nvPr/>
                    </p:nvPicPr>
                    <p:blipFill>
                      <a:blip r:embed="rId20"/>
                      <a:stretch>
                        <a:fillRect/>
                      </a:stretch>
                    </p:blipFill>
                    <p:spPr>
                      <a:xfrm>
                        <a:off x="8495362" y="-838994"/>
                        <a:ext cx="1410638" cy="552424"/>
                      </a:xfrm>
                      <a:prstGeom prst="rect">
                        <a:avLst/>
                      </a:prstGeom>
                    </p:spPr>
                  </p:pic>
                </p:oleObj>
              </mc:Fallback>
            </mc:AlternateContent>
          </a:graphicData>
        </a:graphic>
      </p:graphicFrame>
      <p:graphicFrame>
        <p:nvGraphicFramePr>
          <p:cNvPr id="53" name="Objeto 52">
            <a:extLst>
              <a:ext uri="{FF2B5EF4-FFF2-40B4-BE49-F238E27FC236}">
                <a16:creationId xmlns:a16="http://schemas.microsoft.com/office/drawing/2014/main" id="{C6835075-AB84-4498-BDCE-BA0FB16CE7F3}"/>
              </a:ext>
            </a:extLst>
          </p:cNvPr>
          <p:cNvGraphicFramePr>
            <a:graphicFrameLocks noChangeAspect="1"/>
          </p:cNvGraphicFramePr>
          <p:nvPr userDrawn="1">
            <p:extLst>
              <p:ext uri="{D42A27DB-BD31-4B8C-83A1-F6EECF244321}">
                <p14:modId xmlns:p14="http://schemas.microsoft.com/office/powerpoint/2010/main" val="3153310383"/>
              </p:ext>
            </p:extLst>
          </p:nvPr>
        </p:nvGraphicFramePr>
        <p:xfrm>
          <a:off x="10142219" y="-816134"/>
          <a:ext cx="2206625" cy="554832"/>
        </p:xfrm>
        <a:graphic>
          <a:graphicData uri="http://schemas.openxmlformats.org/presentationml/2006/ole">
            <mc:AlternateContent xmlns:mc="http://schemas.openxmlformats.org/markup-compatibility/2006">
              <mc:Choice xmlns:v="urn:schemas-microsoft-com:vml" Requires="v">
                <p:oleObj name="CorelDRAW" r:id="rId21" imgW="4413504" imgH="1109723" progId="CorelDraw.Graphic.22">
                  <p:embed/>
                </p:oleObj>
              </mc:Choice>
              <mc:Fallback>
                <p:oleObj name="CorelDRAW" r:id="rId21" imgW="4413504" imgH="1109723" progId="CorelDraw.Graphic.22">
                  <p:embed/>
                  <p:pic>
                    <p:nvPicPr>
                      <p:cNvPr id="53" name="Objeto 52">
                        <a:extLst>
                          <a:ext uri="{FF2B5EF4-FFF2-40B4-BE49-F238E27FC236}">
                            <a16:creationId xmlns:a16="http://schemas.microsoft.com/office/drawing/2014/main" id="{C6835075-AB84-4498-BDCE-BA0FB16CE7F3}"/>
                          </a:ext>
                        </a:extLst>
                      </p:cNvPr>
                      <p:cNvPicPr/>
                      <p:nvPr/>
                    </p:nvPicPr>
                    <p:blipFill>
                      <a:blip r:embed="rId22"/>
                      <a:stretch>
                        <a:fillRect/>
                      </a:stretch>
                    </p:blipFill>
                    <p:spPr>
                      <a:xfrm>
                        <a:off x="10142219" y="-816134"/>
                        <a:ext cx="2206625" cy="554832"/>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AD66BC09-1DEA-E673-4939-5F638CAA21B3}"/>
              </a:ext>
            </a:extLst>
          </p:cNvPr>
          <p:cNvSpPr txBox="1">
            <a:spLocks/>
          </p:cNvSpPr>
          <p:nvPr userDrawn="1"/>
        </p:nvSpPr>
        <p:spPr>
          <a:xfrm>
            <a:off x="7526215" y="6408742"/>
            <a:ext cx="3976918" cy="246221"/>
          </a:xfrm>
          <a:prstGeom prst="rect">
            <a:avLst/>
          </a:prstGeom>
          <a:noFill/>
        </p:spPr>
        <p:txBody>
          <a:bodyPr wrap="square" lIns="0" tIns="0" rIns="0" bIns="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sz="1600" dirty="0">
                <a:solidFill>
                  <a:schemeClr val="bg1"/>
                </a:solidFill>
                <a:latin typeface="Lufga" panose="00000500000000000000" pitchFamily="50" charset="0"/>
              </a:rPr>
              <a:t>#</a:t>
            </a:r>
            <a:r>
              <a:rPr lang="en-US" sz="1600" dirty="0" err="1">
                <a:solidFill>
                  <a:schemeClr val="bg1"/>
                </a:solidFill>
                <a:latin typeface="Lufga" panose="00000500000000000000" pitchFamily="50" charset="0"/>
              </a:rPr>
              <a:t>MyBotsLATAM</a:t>
            </a:r>
            <a:r>
              <a:rPr lang="en-US" sz="1600" dirty="0">
                <a:solidFill>
                  <a:schemeClr val="bg1"/>
                </a:solidFill>
                <a:latin typeface="Lufga" panose="00000500000000000000" pitchFamily="50" charset="0"/>
              </a:rPr>
              <a:t>  #GlobalAIBootcamp</a:t>
            </a:r>
          </a:p>
        </p:txBody>
      </p:sp>
      <p:graphicFrame>
        <p:nvGraphicFramePr>
          <p:cNvPr id="6" name="Objeto 9">
            <a:extLst>
              <a:ext uri="{FF2B5EF4-FFF2-40B4-BE49-F238E27FC236}">
                <a16:creationId xmlns:a16="http://schemas.microsoft.com/office/drawing/2014/main" id="{05473A80-0576-46DE-C218-4D5862CD09E4}"/>
              </a:ext>
            </a:extLst>
          </p:cNvPr>
          <p:cNvGraphicFramePr>
            <a:graphicFrameLocks noChangeAspect="1"/>
          </p:cNvGraphicFramePr>
          <p:nvPr userDrawn="1">
            <p:extLst>
              <p:ext uri="{D42A27DB-BD31-4B8C-83A1-F6EECF244321}">
                <p14:modId xmlns:p14="http://schemas.microsoft.com/office/powerpoint/2010/main" val="2796364175"/>
              </p:ext>
            </p:extLst>
          </p:nvPr>
        </p:nvGraphicFramePr>
        <p:xfrm>
          <a:off x="11590698" y="6365475"/>
          <a:ext cx="308626" cy="307777"/>
        </p:xfrm>
        <a:graphic>
          <a:graphicData uri="http://schemas.openxmlformats.org/presentationml/2006/ole">
            <mc:AlternateContent xmlns:mc="http://schemas.openxmlformats.org/markup-compatibility/2006">
              <mc:Choice xmlns:v="urn:schemas-microsoft-com:vml" Requires="v">
                <p:oleObj name="CorelDRAW" r:id="rId23" imgW="2885818" imgH="2878380" progId="CorelDraw.Graphic.22">
                  <p:embed/>
                </p:oleObj>
              </mc:Choice>
              <mc:Fallback>
                <p:oleObj name="CorelDRAW" r:id="rId23" imgW="2885818" imgH="2878380" progId="CorelDraw.Graphic.22">
                  <p:embed/>
                  <p:pic>
                    <p:nvPicPr>
                      <p:cNvPr id="6" name="Objeto 9">
                        <a:extLst>
                          <a:ext uri="{FF2B5EF4-FFF2-40B4-BE49-F238E27FC236}">
                            <a16:creationId xmlns:a16="http://schemas.microsoft.com/office/drawing/2014/main" id="{05473A80-0576-46DE-C218-4D5862CD09E4}"/>
                          </a:ext>
                        </a:extLst>
                      </p:cNvPr>
                      <p:cNvPicPr/>
                      <p:nvPr/>
                    </p:nvPicPr>
                    <p:blipFill>
                      <a:blip r:embed="rId24"/>
                      <a:stretch>
                        <a:fillRect/>
                      </a:stretch>
                    </p:blipFill>
                    <p:spPr>
                      <a:xfrm>
                        <a:off x="11590698" y="6365475"/>
                        <a:ext cx="308626" cy="307777"/>
                      </a:xfrm>
                      <a:prstGeom prst="rect">
                        <a:avLst/>
                      </a:prstGeom>
                    </p:spPr>
                  </p:pic>
                </p:oleObj>
              </mc:Fallback>
            </mc:AlternateContent>
          </a:graphicData>
        </a:graphic>
      </p:graphicFrame>
      <p:graphicFrame>
        <p:nvGraphicFramePr>
          <p:cNvPr id="8" name="Objeto 2">
            <a:extLst>
              <a:ext uri="{FF2B5EF4-FFF2-40B4-BE49-F238E27FC236}">
                <a16:creationId xmlns:a16="http://schemas.microsoft.com/office/drawing/2014/main" id="{FF8477F4-71A6-4EB7-E97D-7D9F2D9A0CE4}"/>
              </a:ext>
            </a:extLst>
          </p:cNvPr>
          <p:cNvGraphicFramePr>
            <a:graphicFrameLocks noChangeAspect="1"/>
          </p:cNvGraphicFramePr>
          <p:nvPr userDrawn="1">
            <p:extLst>
              <p:ext uri="{D42A27DB-BD31-4B8C-83A1-F6EECF244321}">
                <p14:modId xmlns:p14="http://schemas.microsoft.com/office/powerpoint/2010/main" val="3151707125"/>
              </p:ext>
            </p:extLst>
          </p:nvPr>
        </p:nvGraphicFramePr>
        <p:xfrm>
          <a:off x="293777" y="6266416"/>
          <a:ext cx="1528533" cy="445280"/>
        </p:xfrm>
        <a:graphic>
          <a:graphicData uri="http://schemas.openxmlformats.org/presentationml/2006/ole">
            <mc:AlternateContent xmlns:mc="http://schemas.openxmlformats.org/markup-compatibility/2006">
              <mc:Choice xmlns:v="urn:schemas-microsoft-com:vml" Requires="v">
                <p:oleObj name="CorelDRAW" r:id="rId25" imgW="11950428" imgH="3481884" progId="CorelDraw.Graphic.22">
                  <p:embed/>
                </p:oleObj>
              </mc:Choice>
              <mc:Fallback>
                <p:oleObj name="CorelDRAW" r:id="rId25" imgW="11950428" imgH="3481884" progId="CorelDraw.Graphic.22">
                  <p:embed/>
                  <p:pic>
                    <p:nvPicPr>
                      <p:cNvPr id="8" name="Objeto 2">
                        <a:extLst>
                          <a:ext uri="{FF2B5EF4-FFF2-40B4-BE49-F238E27FC236}">
                            <a16:creationId xmlns:a16="http://schemas.microsoft.com/office/drawing/2014/main" id="{FF8477F4-71A6-4EB7-E97D-7D9F2D9A0CE4}"/>
                          </a:ext>
                        </a:extLst>
                      </p:cNvPr>
                      <p:cNvPicPr/>
                      <p:nvPr/>
                    </p:nvPicPr>
                    <p:blipFill>
                      <a:blip r:embed="rId18"/>
                      <a:stretch>
                        <a:fillRect/>
                      </a:stretch>
                    </p:blipFill>
                    <p:spPr>
                      <a:xfrm>
                        <a:off x="293777" y="6266416"/>
                        <a:ext cx="1528533" cy="445280"/>
                      </a:xfrm>
                      <a:prstGeom prst="rect">
                        <a:avLst/>
                      </a:prstGeom>
                    </p:spPr>
                  </p:pic>
                </p:oleObj>
              </mc:Fallback>
            </mc:AlternateContent>
          </a:graphicData>
        </a:graphic>
      </p:graphicFrame>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940" r:id="rId1"/>
    <p:sldLayoutId id="2147484939" r:id="rId2"/>
    <p:sldLayoutId id="2147484941" r:id="rId3"/>
    <p:sldLayoutId id="2147484934" r:id="rId4"/>
    <p:sldLayoutId id="2147484937" r:id="rId5"/>
    <p:sldLayoutId id="2147484944" r:id="rId6"/>
    <p:sldLayoutId id="2147484945" r:id="rId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rgbClr val="43444A"/>
          </a:solidFill>
          <a:effectLst/>
          <a:latin typeface="Quicksand" pitchFamily="2" charset="0"/>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rgbClr val="43444A"/>
          </a:solidFill>
          <a:latin typeface="Quicksand" pitchFamily="2"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43444A"/>
          </a:solidFill>
          <a:latin typeface="Quicksand" pitchFamily="2"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43444A"/>
          </a:solidFill>
          <a:latin typeface="Quicksand" pitchFamily="2"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43444A"/>
          </a:solidFill>
          <a:latin typeface="Quicksand" pitchFamily="2"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43444A"/>
          </a:solidFill>
          <a:latin typeface="Quicksand" pitchFamily="2"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AFCEB-F24D-40D0-205A-1BBBA0BDE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89AFD-EB01-A8CB-8F94-20520FA0012E}"/>
              </a:ext>
            </a:extLst>
          </p:cNvPr>
          <p:cNvSpPr>
            <a:spLocks noGrp="1"/>
          </p:cNvSpPr>
          <p:nvPr>
            <p:ph type="title"/>
          </p:nvPr>
        </p:nvSpPr>
        <p:spPr>
          <a:xfrm>
            <a:off x="760730" y="2580807"/>
            <a:ext cx="6043930" cy="1661993"/>
          </a:xfrm>
        </p:spPr>
        <p:txBody>
          <a:bodyPr/>
          <a:lstStyle/>
          <a:p>
            <a:r>
              <a:rPr lang="es-ES" dirty="0" err="1"/>
              <a:t>Semantic</a:t>
            </a:r>
            <a:r>
              <a:rPr lang="es-ES" dirty="0"/>
              <a:t> </a:t>
            </a:r>
            <a:r>
              <a:rPr lang="es-ES" dirty="0" err="1"/>
              <a:t>Kernel</a:t>
            </a:r>
            <a:r>
              <a:rPr lang="es-ES" dirty="0"/>
              <a:t>: Revoluciona tus aplicaciones con IA nativa</a:t>
            </a:r>
            <a:endParaRPr lang="en-NL" dirty="0"/>
          </a:p>
        </p:txBody>
      </p:sp>
      <p:sp>
        <p:nvSpPr>
          <p:cNvPr id="3" name="Text Placeholder 2">
            <a:extLst>
              <a:ext uri="{FF2B5EF4-FFF2-40B4-BE49-F238E27FC236}">
                <a16:creationId xmlns:a16="http://schemas.microsoft.com/office/drawing/2014/main" id="{05DDDA56-8AA6-CF95-0B5F-22DCA8DC399B}"/>
              </a:ext>
            </a:extLst>
          </p:cNvPr>
          <p:cNvSpPr>
            <a:spLocks noGrp="1"/>
          </p:cNvSpPr>
          <p:nvPr>
            <p:ph type="body" sz="quarter" idx="12"/>
          </p:nvPr>
        </p:nvSpPr>
        <p:spPr>
          <a:xfrm>
            <a:off x="2010421" y="4623155"/>
            <a:ext cx="5510213" cy="307777"/>
          </a:xfrm>
        </p:spPr>
        <p:txBody>
          <a:bodyPr/>
          <a:lstStyle/>
          <a:p>
            <a:r>
              <a:rPr lang="en-NL" dirty="0">
                <a:latin typeface="Lufga" panose="020B0604020202020204" charset="0"/>
              </a:rPr>
              <a:t>Emiliano Montesdeoca</a:t>
            </a:r>
          </a:p>
        </p:txBody>
      </p:sp>
      <p:sp>
        <p:nvSpPr>
          <p:cNvPr id="4" name="Text Placeholder 3">
            <a:extLst>
              <a:ext uri="{FF2B5EF4-FFF2-40B4-BE49-F238E27FC236}">
                <a16:creationId xmlns:a16="http://schemas.microsoft.com/office/drawing/2014/main" id="{CB5E3151-8162-EEE7-4F94-CEAE458C20FF}"/>
              </a:ext>
            </a:extLst>
          </p:cNvPr>
          <p:cNvSpPr>
            <a:spLocks noGrp="1"/>
          </p:cNvSpPr>
          <p:nvPr>
            <p:ph type="body" sz="quarter" idx="15"/>
          </p:nvPr>
        </p:nvSpPr>
        <p:spPr>
          <a:xfrm>
            <a:off x="2010417" y="4946813"/>
            <a:ext cx="5510213" cy="1107996"/>
          </a:xfrm>
        </p:spPr>
        <p:txBody>
          <a:bodyPr/>
          <a:lstStyle/>
          <a:p>
            <a:r>
              <a:rPr kumimoji="0" lang="en-US" sz="1800" b="0" i="0" u="none" strike="noStrike" kern="1200" cap="none" spc="-50" normalizeH="0" baseline="0" noProof="0" dirty="0">
                <a:ln w="3175">
                  <a:noFill/>
                </a:ln>
                <a:effectLst/>
                <a:uLnTx/>
                <a:uFillTx/>
                <a:latin typeface="Lufga" panose="020B0604020202020204" charset="0"/>
                <a:cs typeface="Segoe UI Light" panose="020B0502040204020203" pitchFamily="34" charset="0"/>
              </a:rPr>
              <a:t>Cloud</a:t>
            </a:r>
            <a:r>
              <a:rPr kumimoji="0" lang="en-US" sz="1800" b="0" i="0" u="none" strike="noStrike" kern="1200" cap="none" spc="-50" normalizeH="0" noProof="0" dirty="0">
                <a:ln w="3175">
                  <a:noFill/>
                </a:ln>
                <a:effectLst/>
                <a:uLnTx/>
                <a:uFillTx/>
                <a:latin typeface="Lufga" panose="020B0604020202020204" charset="0"/>
                <a:cs typeface="Segoe UI Light" panose="020B0502040204020203" pitchFamily="34" charset="0"/>
              </a:rPr>
              <a:t> Dev </a:t>
            </a:r>
            <a:r>
              <a:rPr kumimoji="0" lang="en-US" sz="1800" b="0" i="0" u="none" strike="noStrike" kern="1200" cap="none" spc="-50" normalizeH="0" baseline="0" noProof="0" dirty="0">
                <a:ln w="3175">
                  <a:noFill/>
                </a:ln>
                <a:effectLst/>
                <a:uLnTx/>
                <a:uFillTx/>
                <a:latin typeface="Lufga" panose="020B0604020202020204" charset="0"/>
                <a:cs typeface="Segoe UI Light" panose="020B0502040204020203" pitchFamily="34" charset="0"/>
              </a:rPr>
              <a:t>Team Lead @ </a:t>
            </a:r>
            <a:r>
              <a:rPr kumimoji="0" lang="en-US" sz="1800" b="1" i="0" u="none" strike="noStrike" kern="1200" cap="none" spc="-50" normalizeH="0" baseline="0" noProof="0" dirty="0" err="1">
                <a:ln w="3175">
                  <a:noFill/>
                </a:ln>
                <a:effectLst/>
                <a:uLnTx/>
                <a:uFillTx/>
                <a:latin typeface="Lufga" panose="020B0604020202020204" charset="0"/>
                <a:cs typeface="Segoe UI Light" panose="020B0502040204020203" pitchFamily="34" charset="0"/>
              </a:rPr>
              <a:t>Intelequia</a:t>
            </a:r>
            <a:endParaRPr kumimoji="0" lang="en-US" sz="1800" b="1" i="0" u="none" strike="noStrike" kern="1200" cap="none" spc="-50" normalizeH="0" baseline="0" noProof="0" dirty="0">
              <a:ln w="3175">
                <a:noFill/>
              </a:ln>
              <a:effectLst/>
              <a:uLnTx/>
              <a:uFillTx/>
              <a:latin typeface="Lufga" panose="020B0604020202020204" charset="0"/>
              <a:cs typeface="Segoe UI Light" panose="020B0502040204020203" pitchFamily="34" charset="0"/>
            </a:endParaRPr>
          </a:p>
          <a:p>
            <a:r>
              <a:rPr lang="en-NL" dirty="0">
                <a:latin typeface="Lufga" panose="020B0604020202020204" charset="0"/>
              </a:rPr>
              <a:t>@emimontesdeocaa</a:t>
            </a:r>
          </a:p>
          <a:p>
            <a:r>
              <a:rPr lang="en-NL" dirty="0">
                <a:latin typeface="Lufga" panose="020B0604020202020204" charset="0"/>
              </a:rPr>
              <a:t>linkedin.com/in/emimontesdeoca</a:t>
            </a:r>
          </a:p>
          <a:p>
            <a:endParaRPr lang="en-NL" dirty="0">
              <a:latin typeface="Lufga" panose="020B0604020202020204" charset="0"/>
            </a:endParaRPr>
          </a:p>
        </p:txBody>
      </p:sp>
      <p:pic>
        <p:nvPicPr>
          <p:cNvPr id="6" name="Picture 5">
            <a:extLst>
              <a:ext uri="{FF2B5EF4-FFF2-40B4-BE49-F238E27FC236}">
                <a16:creationId xmlns:a16="http://schemas.microsoft.com/office/drawing/2014/main" id="{E0329A8B-94D6-27DA-AC01-A22B59663293}"/>
              </a:ext>
            </a:extLst>
          </p:cNvPr>
          <p:cNvPicPr>
            <a:picLocks noChangeAspect="1"/>
          </p:cNvPicPr>
          <p:nvPr/>
        </p:nvPicPr>
        <p:blipFill>
          <a:blip r:embed="rId2"/>
          <a:stretch>
            <a:fillRect/>
          </a:stretch>
        </p:blipFill>
        <p:spPr>
          <a:xfrm>
            <a:off x="321324" y="4525611"/>
            <a:ext cx="1066585" cy="1055054"/>
          </a:xfrm>
          <a:prstGeom prst="rect">
            <a:avLst/>
          </a:prstGeom>
        </p:spPr>
      </p:pic>
      <p:pic>
        <p:nvPicPr>
          <p:cNvPr id="7" name="Picture 6" descr="A person in a black jacket and beanie&#10;&#10;AI-generated content may be incorrect.">
            <a:extLst>
              <a:ext uri="{FF2B5EF4-FFF2-40B4-BE49-F238E27FC236}">
                <a16:creationId xmlns:a16="http://schemas.microsoft.com/office/drawing/2014/main" id="{AA57C44B-B898-72A5-8393-C308E0F54EDF}"/>
              </a:ext>
            </a:extLst>
          </p:cNvPr>
          <p:cNvPicPr>
            <a:picLocks noChangeAspect="1"/>
          </p:cNvPicPr>
          <p:nvPr/>
        </p:nvPicPr>
        <p:blipFill>
          <a:blip r:embed="rId3"/>
          <a:stretch>
            <a:fillRect/>
          </a:stretch>
        </p:blipFill>
        <p:spPr>
          <a:xfrm>
            <a:off x="760730" y="4623155"/>
            <a:ext cx="1066585" cy="1066585"/>
          </a:xfrm>
          <a:prstGeom prst="rect">
            <a:avLst/>
          </a:prstGeom>
        </p:spPr>
      </p:pic>
      <p:sp>
        <p:nvSpPr>
          <p:cNvPr id="8" name="TextBox 7">
            <a:extLst>
              <a:ext uri="{FF2B5EF4-FFF2-40B4-BE49-F238E27FC236}">
                <a16:creationId xmlns:a16="http://schemas.microsoft.com/office/drawing/2014/main" id="{88BCAE4B-DDAB-E64F-4698-E67CE27064F0}"/>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282467391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0398D8-0C1B-B05A-3EBC-C931D909F6E8}"/>
              </a:ext>
            </a:extLst>
          </p:cNvPr>
          <p:cNvPicPr>
            <a:picLocks noChangeAspect="1"/>
          </p:cNvPicPr>
          <p:nvPr/>
        </p:nvPicPr>
        <p:blipFill>
          <a:blip r:embed="rId2"/>
          <a:stretch>
            <a:fillRect/>
          </a:stretch>
        </p:blipFill>
        <p:spPr>
          <a:xfrm>
            <a:off x="460491" y="505028"/>
            <a:ext cx="5018819" cy="5206243"/>
          </a:xfrm>
          <a:prstGeom prst="rect">
            <a:avLst/>
          </a:prstGeom>
        </p:spPr>
      </p:pic>
      <p:pic>
        <p:nvPicPr>
          <p:cNvPr id="5" name="Picture 4">
            <a:extLst>
              <a:ext uri="{FF2B5EF4-FFF2-40B4-BE49-F238E27FC236}">
                <a16:creationId xmlns:a16="http://schemas.microsoft.com/office/drawing/2014/main" id="{F302B019-8DF9-28F9-A000-72E13EB3FC79}"/>
              </a:ext>
            </a:extLst>
          </p:cNvPr>
          <p:cNvPicPr>
            <a:picLocks noChangeAspect="1"/>
          </p:cNvPicPr>
          <p:nvPr/>
        </p:nvPicPr>
        <p:blipFill>
          <a:blip r:embed="rId3"/>
          <a:stretch>
            <a:fillRect/>
          </a:stretch>
        </p:blipFill>
        <p:spPr>
          <a:xfrm>
            <a:off x="6279106" y="4807943"/>
            <a:ext cx="2252743" cy="903328"/>
          </a:xfrm>
          <a:prstGeom prst="rect">
            <a:avLst/>
          </a:prstGeom>
        </p:spPr>
      </p:pic>
      <p:pic>
        <p:nvPicPr>
          <p:cNvPr id="6" name="Picture 5">
            <a:extLst>
              <a:ext uri="{FF2B5EF4-FFF2-40B4-BE49-F238E27FC236}">
                <a16:creationId xmlns:a16="http://schemas.microsoft.com/office/drawing/2014/main" id="{3147F8A5-C752-9542-CA74-FA32FD0B60A4}"/>
              </a:ext>
            </a:extLst>
          </p:cNvPr>
          <p:cNvPicPr>
            <a:picLocks noChangeAspect="1"/>
          </p:cNvPicPr>
          <p:nvPr/>
        </p:nvPicPr>
        <p:blipFill>
          <a:blip r:embed="rId4"/>
          <a:stretch>
            <a:fillRect/>
          </a:stretch>
        </p:blipFill>
        <p:spPr>
          <a:xfrm>
            <a:off x="8531849" y="4807943"/>
            <a:ext cx="2046874" cy="903328"/>
          </a:xfrm>
          <a:prstGeom prst="rect">
            <a:avLst/>
          </a:prstGeom>
        </p:spPr>
      </p:pic>
      <p:sp>
        <p:nvSpPr>
          <p:cNvPr id="7" name="Title 1">
            <a:extLst>
              <a:ext uri="{FF2B5EF4-FFF2-40B4-BE49-F238E27FC236}">
                <a16:creationId xmlns:a16="http://schemas.microsoft.com/office/drawing/2014/main" id="{258B0C5F-0948-EC4E-7615-148021096AF0}"/>
              </a:ext>
            </a:extLst>
          </p:cNvPr>
          <p:cNvSpPr txBox="1">
            <a:spLocks/>
          </p:cNvSpPr>
          <p:nvPr/>
        </p:nvSpPr>
        <p:spPr>
          <a:xfrm>
            <a:off x="6096000" y="888739"/>
            <a:ext cx="5571460" cy="307776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defTabSz="914367" fontAlgn="base">
              <a:spcAft>
                <a:spcPct val="0"/>
              </a:spcAft>
              <a:defRPr/>
            </a:pPr>
            <a:r>
              <a:rPr lang="it-IT" sz="4000" dirty="0">
                <a:gradFill>
                  <a:gsLst>
                    <a:gs pos="62000">
                      <a:srgbClr val="FFFFFF"/>
                    </a:gs>
                    <a:gs pos="83908">
                      <a:srgbClr val="FFFFFF"/>
                    </a:gs>
                  </a:gsLst>
                  <a:lin ang="5400000" scaled="1"/>
                </a:gradFill>
                <a:latin typeface="Lufga" panose="020B0604020202020204" charset="0"/>
              </a:rPr>
              <a:t>Me pueden llamar </a:t>
            </a:r>
            <a:r>
              <a:rPr lang="en-CA" sz="4000" b="1" u="sng" spc="0" dirty="0">
                <a:ln>
                  <a:noFill/>
                </a:ln>
                <a:solidFill>
                  <a:schemeClr val="accent3"/>
                </a:solidFill>
                <a:latin typeface="Lufga" panose="020B0604020202020204" charset="0"/>
              </a:rPr>
              <a:t>Emi</a:t>
            </a:r>
            <a:endParaRPr lang="it-IT" sz="4000" b="1" u="sng" dirty="0">
              <a:solidFill>
                <a:schemeClr val="accent3"/>
              </a:solidFill>
              <a:latin typeface="Lufga" panose="020B0604020202020204" charset="0"/>
            </a:endParaRPr>
          </a:p>
          <a:p>
            <a:pPr defTabSz="914367" fontAlgn="base">
              <a:spcAft>
                <a:spcPct val="0"/>
              </a:spcAft>
              <a:defRPr/>
            </a:pPr>
            <a:r>
              <a:rPr lang="it-IT" sz="4000" dirty="0">
                <a:gradFill>
                  <a:gsLst>
                    <a:gs pos="62000">
                      <a:srgbClr val="FFFFFF"/>
                    </a:gs>
                    <a:gs pos="83908">
                      <a:srgbClr val="FFFFFF"/>
                    </a:gs>
                  </a:gsLst>
                  <a:lin ang="5400000" scaled="1"/>
                </a:gradFill>
                <a:latin typeface="Lufga" panose="020B0604020202020204" charset="0"/>
              </a:rPr>
              <a:t>Cloud Dev Team Lead</a:t>
            </a:r>
          </a:p>
          <a:p>
            <a:pPr defTabSz="914367" fontAlgn="base">
              <a:spcAft>
                <a:spcPct val="0"/>
              </a:spcAft>
              <a:defRPr/>
            </a:pPr>
            <a:r>
              <a:rPr lang="it-IT" sz="4000" dirty="0">
                <a:gradFill>
                  <a:gsLst>
                    <a:gs pos="62000">
                      <a:srgbClr val="FFFFFF"/>
                    </a:gs>
                    <a:gs pos="83908">
                      <a:srgbClr val="FFFFFF"/>
                    </a:gs>
                  </a:gsLst>
                  <a:lin ang="5400000" scaled="1"/>
                </a:gradFill>
                <a:latin typeface="Lufga" panose="020B0604020202020204" charset="0"/>
              </a:rPr>
              <a:t>Microsoft MVP ~2022</a:t>
            </a:r>
          </a:p>
          <a:p>
            <a:pPr defTabSz="914367" fontAlgn="base">
              <a:spcAft>
                <a:spcPct val="0"/>
              </a:spcAft>
              <a:defRPr/>
            </a:pPr>
            <a:r>
              <a:rPr lang="en-CA" sz="4000" b="1" u="sng" spc="0" dirty="0" err="1">
                <a:ln>
                  <a:noFill/>
                </a:ln>
                <a:solidFill>
                  <a:schemeClr val="accent3"/>
                </a:solidFill>
                <a:latin typeface="Lufga" panose="020B0604020202020204" charset="0"/>
              </a:rPr>
              <a:t>Uruguayo</a:t>
            </a:r>
            <a:r>
              <a:rPr lang="it-IT" sz="4000" dirty="0">
                <a:gradFill>
                  <a:gsLst>
                    <a:gs pos="62000">
                      <a:srgbClr val="FFFFFF"/>
                    </a:gs>
                    <a:gs pos="83908">
                      <a:srgbClr val="FFFFFF"/>
                    </a:gs>
                  </a:gsLst>
                  <a:lin ang="5400000" scaled="1"/>
                </a:gradFill>
                <a:latin typeface="Lufga" panose="020B0604020202020204" charset="0"/>
              </a:rPr>
              <a:t> + Español</a:t>
            </a:r>
          </a:p>
          <a:p>
            <a:pPr defTabSz="914367" fontAlgn="base">
              <a:spcAft>
                <a:spcPct val="0"/>
              </a:spcAft>
              <a:defRPr/>
            </a:pPr>
            <a:r>
              <a:rPr lang="en-CA" sz="4000" b="1" spc="0" dirty="0">
                <a:ln>
                  <a:noFill/>
                </a:ln>
                <a:solidFill>
                  <a:schemeClr val="accent3"/>
                </a:solidFill>
                <a:latin typeface="Lufga" panose="020B0604020202020204" charset="0"/>
              </a:rPr>
              <a:t>X: @emimontesdocaa</a:t>
            </a:r>
          </a:p>
        </p:txBody>
      </p:sp>
      <p:sp>
        <p:nvSpPr>
          <p:cNvPr id="3" name="TextBox 2">
            <a:extLst>
              <a:ext uri="{FF2B5EF4-FFF2-40B4-BE49-F238E27FC236}">
                <a16:creationId xmlns:a16="http://schemas.microsoft.com/office/drawing/2014/main" id="{A41711E2-0719-74F8-30C2-6172CE6520FA}"/>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178871883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41C34-8808-EE27-6CAC-1888E9DC1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2B37A-0652-0B18-AD3C-B627259BA867}"/>
              </a:ext>
            </a:extLst>
          </p:cNvPr>
          <p:cNvSpPr txBox="1">
            <a:spLocks/>
          </p:cNvSpPr>
          <p:nvPr/>
        </p:nvSpPr>
        <p:spPr>
          <a:xfrm>
            <a:off x="986118" y="2654637"/>
            <a:ext cx="10372164" cy="92333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gn="ctr" defTabSz="914367" fontAlgn="base">
              <a:spcAft>
                <a:spcPct val="0"/>
              </a:spcAft>
              <a:defRPr/>
            </a:pPr>
            <a:r>
              <a:rPr lang="it-IT" sz="6000" dirty="0">
                <a:solidFill>
                  <a:schemeClr val="bg1"/>
                </a:solidFill>
                <a:latin typeface="Lufga" panose="020B0604020202020204" charset="0"/>
              </a:rPr>
              <a:t>¿Como le meto </a:t>
            </a:r>
            <a:r>
              <a:rPr lang="it-IT" sz="6000" dirty="0">
                <a:solidFill>
                  <a:schemeClr val="accent3"/>
                </a:solidFill>
                <a:latin typeface="Lufga" panose="020B0604020202020204" charset="0"/>
              </a:rPr>
              <a:t>IA</a:t>
            </a:r>
            <a:r>
              <a:rPr lang="it-IT" sz="6000" dirty="0">
                <a:solidFill>
                  <a:schemeClr val="bg1"/>
                </a:solidFill>
                <a:latin typeface="Lufga" panose="020B0604020202020204" charset="0"/>
              </a:rPr>
              <a:t> a mi app?</a:t>
            </a:r>
          </a:p>
        </p:txBody>
      </p:sp>
      <p:sp>
        <p:nvSpPr>
          <p:cNvPr id="3" name="TextBox 2">
            <a:extLst>
              <a:ext uri="{FF2B5EF4-FFF2-40B4-BE49-F238E27FC236}">
                <a16:creationId xmlns:a16="http://schemas.microsoft.com/office/drawing/2014/main" id="{D7EB5D90-3F03-501D-75AC-27C83CF36A14}"/>
              </a:ext>
            </a:extLst>
          </p:cNvPr>
          <p:cNvSpPr txBox="1"/>
          <p:nvPr/>
        </p:nvSpPr>
        <p:spPr>
          <a:xfrm>
            <a:off x="2931267" y="3907165"/>
            <a:ext cx="6508567" cy="984885"/>
          </a:xfrm>
          <a:prstGeom prst="rect">
            <a:avLst/>
          </a:prstGeom>
          <a:ln w="12700">
            <a:no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algn="ctr" defTabSz="914367" fontAlgn="base">
              <a:spcBef>
                <a:spcPts val="600"/>
              </a:spcBef>
              <a:spcAft>
                <a:spcPct val="0"/>
              </a:spcAft>
              <a:defRPr sz="3200" b="1">
                <a:gradFill>
                  <a:gsLst>
                    <a:gs pos="1786">
                      <a:srgbClr val="8DC8E8"/>
                    </a:gs>
                    <a:gs pos="10920">
                      <a:srgbClr val="8DC8E8"/>
                    </a:gs>
                  </a:gsLst>
                  <a:lin ang="5400000" scaled="1"/>
                </a:gradFill>
                <a:latin typeface="+mj-lt"/>
              </a:defRPr>
            </a:lvl1pPr>
          </a:lstStyle>
          <a:p>
            <a:pPr marL="0" marR="0" lvl="0" indent="0" algn="ctr" defTabSz="914367" rtl="0" eaLnBrk="1" fontAlgn="base" latinLnBrk="0" hangingPunct="1">
              <a:lnSpc>
                <a:spcPct val="100000"/>
              </a:lnSpc>
              <a:spcBef>
                <a:spcPts val="600"/>
              </a:spcBef>
              <a:spcAft>
                <a:spcPct val="0"/>
              </a:spcAft>
              <a:buClrTx/>
              <a:buSzTx/>
              <a:buFontTx/>
              <a:buNone/>
              <a:tabLst/>
              <a:defRPr/>
            </a:pPr>
            <a:r>
              <a:rPr kumimoji="0" lang="en-CA" sz="3200" b="1" i="0" u="none" strike="noStrike" kern="1200" cap="none" spc="0" normalizeH="0" baseline="0" noProof="0" dirty="0">
                <a:ln>
                  <a:noFill/>
                </a:ln>
                <a:solidFill>
                  <a:schemeClr val="bg1"/>
                </a:solidFill>
                <a:effectLst/>
                <a:uLnTx/>
                <a:uFillTx/>
                <a:latin typeface="Lufga" panose="020B0604020202020204" charset="0"/>
              </a:rPr>
              <a:t>Tu </a:t>
            </a:r>
            <a:r>
              <a:rPr kumimoji="0" lang="en-CA" sz="3200" b="1" i="0" strike="noStrike" kern="1200" cap="none" spc="0" normalizeH="0" baseline="0" noProof="0" dirty="0">
                <a:ln>
                  <a:noFill/>
                </a:ln>
                <a:solidFill>
                  <a:schemeClr val="accent3"/>
                </a:solidFill>
                <a:effectLst/>
                <a:uLnTx/>
                <a:uFillTx/>
                <a:latin typeface="Lufga" panose="020B0604020202020204" charset="0"/>
              </a:rPr>
              <a:t>jefe</a:t>
            </a:r>
            <a:r>
              <a:rPr kumimoji="0" lang="en-CA" sz="3200" b="1" i="0" u="none" strike="noStrike" kern="1200" cap="none" spc="0" normalizeH="0" baseline="0" noProof="0" dirty="0">
                <a:ln>
                  <a:noFill/>
                </a:ln>
                <a:solidFill>
                  <a:schemeClr val="bg1"/>
                </a:solidFill>
                <a:effectLst/>
                <a:uLnTx/>
                <a:uFillTx/>
                <a:latin typeface="Lufga" panose="020B0604020202020204" charset="0"/>
              </a:rPr>
              <a:t> </a:t>
            </a:r>
            <a:r>
              <a:rPr kumimoji="0" lang="en-CA" sz="3200" b="1" i="0" u="none" strike="noStrike" kern="1200" cap="none" spc="0" normalizeH="0" baseline="0" noProof="0" dirty="0" err="1">
                <a:ln>
                  <a:noFill/>
                </a:ln>
                <a:solidFill>
                  <a:schemeClr val="bg1"/>
                </a:solidFill>
                <a:effectLst/>
                <a:uLnTx/>
                <a:uFillTx/>
                <a:latin typeface="Lufga" panose="020B0604020202020204" charset="0"/>
              </a:rPr>
              <a:t>probablemente</a:t>
            </a:r>
            <a:r>
              <a:rPr kumimoji="0" lang="en-CA" sz="3200" b="1" i="0" u="none" strike="noStrike" kern="1200" cap="none" spc="0" normalizeH="0" noProof="0" dirty="0">
                <a:ln>
                  <a:noFill/>
                </a:ln>
                <a:solidFill>
                  <a:schemeClr val="bg1"/>
                </a:solidFill>
                <a:effectLst/>
                <a:uLnTx/>
                <a:uFillTx/>
                <a:latin typeface="Lufga" panose="020B0604020202020204" charset="0"/>
              </a:rPr>
              <a:t> </a:t>
            </a:r>
            <a:r>
              <a:rPr kumimoji="0" lang="en-CA" sz="3200" b="1" i="0" u="none" strike="noStrike" kern="1200" cap="none" spc="0" normalizeH="0" noProof="0" dirty="0" err="1">
                <a:ln>
                  <a:noFill/>
                </a:ln>
                <a:solidFill>
                  <a:schemeClr val="bg1"/>
                </a:solidFill>
                <a:effectLst/>
                <a:uLnTx/>
                <a:uFillTx/>
                <a:latin typeface="Lufga" panose="020B0604020202020204" charset="0"/>
              </a:rPr>
              <a:t>cada</a:t>
            </a:r>
            <a:r>
              <a:rPr kumimoji="0" lang="en-CA" sz="3200" b="1" i="0" u="none" strike="noStrike" kern="1200" cap="none" spc="0" normalizeH="0" noProof="0" dirty="0">
                <a:ln>
                  <a:noFill/>
                </a:ln>
                <a:solidFill>
                  <a:schemeClr val="bg1"/>
                </a:solidFill>
                <a:effectLst/>
                <a:uLnTx/>
                <a:uFillTx/>
                <a:latin typeface="Lufga" panose="020B0604020202020204" charset="0"/>
              </a:rPr>
              <a:t> </a:t>
            </a:r>
            <a:r>
              <a:rPr kumimoji="0" lang="en-CA" sz="3200" b="1" i="0" u="none" strike="noStrike" kern="1200" cap="none" spc="0" normalizeH="0" noProof="0" dirty="0" err="1">
                <a:ln>
                  <a:noFill/>
                </a:ln>
                <a:solidFill>
                  <a:schemeClr val="bg1"/>
                </a:solidFill>
                <a:effectLst/>
                <a:uLnTx/>
                <a:uFillTx/>
                <a:latin typeface="Lufga" panose="020B0604020202020204" charset="0"/>
              </a:rPr>
              <a:t>semana</a:t>
            </a:r>
            <a:endParaRPr kumimoji="0" lang="en-CA" sz="3200" b="1" i="0" u="none" strike="noStrike" kern="1200" cap="none" spc="0" normalizeH="0" baseline="0" noProof="0" dirty="0">
              <a:ln>
                <a:noFill/>
              </a:ln>
              <a:solidFill>
                <a:schemeClr val="bg1"/>
              </a:solidFill>
              <a:effectLst/>
              <a:uLnTx/>
              <a:uFillTx/>
              <a:latin typeface="Lufga" panose="020B0604020202020204" charset="0"/>
            </a:endParaRPr>
          </a:p>
        </p:txBody>
      </p:sp>
      <p:sp>
        <p:nvSpPr>
          <p:cNvPr id="4" name="TextBox 3">
            <a:extLst>
              <a:ext uri="{FF2B5EF4-FFF2-40B4-BE49-F238E27FC236}">
                <a16:creationId xmlns:a16="http://schemas.microsoft.com/office/drawing/2014/main" id="{B2E357B4-9141-4AD9-64E5-0B6B198C2613}"/>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368670619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9B25B-CBE6-00FB-6C34-CD27BDAF5AE5}"/>
            </a:ext>
          </a:extLst>
        </p:cNvPr>
        <p:cNvGrpSpPr/>
        <p:nvPr/>
      </p:nvGrpSpPr>
      <p:grpSpPr>
        <a:xfrm>
          <a:off x="0" y="0"/>
          <a:ext cx="0" cy="0"/>
          <a:chOff x="0" y="0"/>
          <a:chExt cx="0" cy="0"/>
        </a:xfrm>
      </p:grpSpPr>
      <p:sp>
        <p:nvSpPr>
          <p:cNvPr id="2" name="Rectangle: Rounded Corners 74">
            <a:extLst>
              <a:ext uri="{FF2B5EF4-FFF2-40B4-BE49-F238E27FC236}">
                <a16:creationId xmlns:a16="http://schemas.microsoft.com/office/drawing/2014/main" id="{910C954D-9EBE-C84F-E600-99B6A0AEF15B}"/>
              </a:ext>
            </a:extLst>
          </p:cNvPr>
          <p:cNvSpPr/>
          <p:nvPr/>
        </p:nvSpPr>
        <p:spPr>
          <a:xfrm>
            <a:off x="4053116" y="1701569"/>
            <a:ext cx="4287077" cy="650267"/>
          </a:xfrm>
          <a:prstGeom prst="roundRect">
            <a:avLst>
              <a:gd name="adj" fmla="val 50000"/>
            </a:avLst>
          </a:prstGeom>
          <a:gradFill flip="none" rotWithShape="1">
            <a:gsLst>
              <a:gs pos="40000">
                <a:srgbClr val="49C5B1"/>
              </a:gs>
              <a:gs pos="5000">
                <a:srgbClr val="8DE971"/>
              </a:gs>
            </a:gsLst>
            <a:path path="circle">
              <a:fillToRect l="100000" t="100000"/>
            </a:path>
            <a:tileRect r="-100000" b="-100000"/>
          </a:gradFill>
          <a:ln>
            <a:noFill/>
            <a:headEnd type="none" w="med" len="med"/>
            <a:tailEnd type="none" w="med" len="med"/>
          </a:ln>
          <a:effectLst>
            <a:outerShdw blurRad="63500" dist="1270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5000"/>
              </a:lnSpc>
              <a:spcBef>
                <a:spcPct val="0"/>
              </a:spcBef>
              <a:spcAft>
                <a:spcPct val="0"/>
              </a:spcAft>
              <a:buClrTx/>
              <a:buSzTx/>
              <a:buFontTx/>
              <a:buNone/>
              <a:tabLst/>
              <a:defRPr/>
            </a:pPr>
            <a:r>
              <a:rPr kumimoji="0" lang="en-CA" sz="2400" b="1" i="0" u="none" strike="noStrike" kern="1200" cap="none" spc="0" normalizeH="0" baseline="0" noProof="0" dirty="0" err="1">
                <a:ln w="3175">
                  <a:noFill/>
                </a:ln>
                <a:solidFill>
                  <a:schemeClr val="accent3"/>
                </a:solidFill>
                <a:effectLst/>
                <a:uLnTx/>
                <a:uFillTx/>
                <a:latin typeface="Lufga" panose="020B0604020202020204" charset="0"/>
                <a:cs typeface="Segoe UI" pitchFamily="34" charset="0"/>
              </a:rPr>
              <a:t>Aplicaciones</a:t>
            </a:r>
            <a:r>
              <a:rPr kumimoji="0" lang="en-CA" sz="2400" b="1" i="0" u="none" strike="noStrike" kern="1200" cap="none" spc="0" normalizeH="0" baseline="0" noProof="0" dirty="0">
                <a:ln w="3175">
                  <a:noFill/>
                </a:ln>
                <a:solidFill>
                  <a:schemeClr val="accent3"/>
                </a:solidFill>
                <a:effectLst/>
                <a:uLnTx/>
                <a:uFillTx/>
                <a:latin typeface="Lufga" panose="020B0604020202020204" charset="0"/>
                <a:cs typeface="Segoe UI" pitchFamily="34" charset="0"/>
              </a:rPr>
              <a:t> hoy </a:t>
            </a:r>
            <a:r>
              <a:rPr kumimoji="0" lang="en-CA" sz="2400" b="1" i="0" u="none" strike="noStrike" kern="1200" cap="none" spc="0" normalizeH="0" baseline="0" noProof="0" dirty="0" err="1">
                <a:ln w="3175">
                  <a:noFill/>
                </a:ln>
                <a:solidFill>
                  <a:schemeClr val="accent3"/>
                </a:solidFill>
                <a:effectLst/>
                <a:uLnTx/>
                <a:uFillTx/>
                <a:latin typeface="Lufga" panose="020B0604020202020204" charset="0"/>
                <a:cs typeface="Segoe UI" pitchFamily="34" charset="0"/>
              </a:rPr>
              <a:t>en</a:t>
            </a:r>
            <a:r>
              <a:rPr kumimoji="0" lang="en-CA" sz="2400" b="1" i="0" u="none" strike="noStrike" kern="1200" cap="none" spc="0" normalizeH="0" baseline="0" noProof="0" dirty="0">
                <a:ln w="3175">
                  <a:noFill/>
                </a:ln>
                <a:solidFill>
                  <a:schemeClr val="accent3"/>
                </a:solidFill>
                <a:effectLst/>
                <a:uLnTx/>
                <a:uFillTx/>
                <a:latin typeface="Lufga" panose="020B0604020202020204" charset="0"/>
                <a:cs typeface="Segoe UI" pitchFamily="34" charset="0"/>
              </a:rPr>
              <a:t> </a:t>
            </a:r>
            <a:r>
              <a:rPr kumimoji="0" lang="en-CA" sz="2400" b="1" i="0" u="none" strike="noStrike" kern="1200" cap="none" spc="0" normalizeH="0" baseline="0" noProof="0" dirty="0" err="1">
                <a:ln w="3175">
                  <a:noFill/>
                </a:ln>
                <a:solidFill>
                  <a:schemeClr val="accent3"/>
                </a:solidFill>
                <a:effectLst/>
                <a:uLnTx/>
                <a:uFillTx/>
                <a:latin typeface="Lufga" panose="020B0604020202020204" charset="0"/>
                <a:cs typeface="Segoe UI" pitchFamily="34" charset="0"/>
              </a:rPr>
              <a:t>dia</a:t>
            </a:r>
            <a:r>
              <a:rPr kumimoji="0" lang="en-CA" sz="2400" b="1" i="0" u="none" strike="noStrike" kern="1200" cap="none" spc="0" normalizeH="0" baseline="0" noProof="0" dirty="0">
                <a:ln w="3175">
                  <a:noFill/>
                </a:ln>
                <a:solidFill>
                  <a:schemeClr val="accent3"/>
                </a:solidFill>
                <a:effectLst/>
                <a:uLnTx/>
                <a:uFillTx/>
                <a:latin typeface="Lufga" panose="020B0604020202020204" charset="0"/>
                <a:cs typeface="Segoe UI" pitchFamily="34" charset="0"/>
              </a:rPr>
              <a:t> </a:t>
            </a:r>
          </a:p>
        </p:txBody>
      </p:sp>
      <p:sp>
        <p:nvSpPr>
          <p:cNvPr id="3" name="Text Placeholder 7">
            <a:extLst>
              <a:ext uri="{FF2B5EF4-FFF2-40B4-BE49-F238E27FC236}">
                <a16:creationId xmlns:a16="http://schemas.microsoft.com/office/drawing/2014/main" id="{B8D367CE-AAD6-2CB6-32DE-D721601E7909}"/>
              </a:ext>
            </a:extLst>
          </p:cNvPr>
          <p:cNvSpPr txBox="1">
            <a:spLocks/>
          </p:cNvSpPr>
          <p:nvPr/>
        </p:nvSpPr>
        <p:spPr>
          <a:xfrm>
            <a:off x="2743201" y="2950158"/>
            <a:ext cx="7215962" cy="2716180"/>
          </a:xfrm>
          <a:prstGeom prst="rect">
            <a:avLst/>
          </a:prstGeom>
        </p:spPr>
        <p:txBody>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2400" kern="1200" spc="0" baseline="0">
                <a:solidFill>
                  <a:schemeClr val="accent1">
                    <a:lumMod val="60000"/>
                    <a:lumOff val="40000"/>
                  </a:schemeClr>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200" kern="0" cap="all" spc="100" baseline="0">
                <a:solidFill>
                  <a:schemeClr val="accent1">
                    <a:lumMod val="60000"/>
                    <a:lumOff val="40000"/>
                  </a:schemeClr>
                </a:solidFill>
                <a:latin typeface="+mn-lt"/>
                <a:ea typeface="+mn-ea"/>
                <a:cs typeface="+mn-cs"/>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marR="0" lvl="1" indent="-4572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3200" dirty="0" err="1">
                <a:solidFill>
                  <a:schemeClr val="bg1"/>
                </a:solidFill>
                <a:latin typeface="Lufga" panose="020B0604020202020204" charset="0"/>
                <a:sym typeface="Arial"/>
              </a:rPr>
              <a:t>Interacciones</a:t>
            </a:r>
            <a:r>
              <a:rPr lang="en-GB" sz="3200" dirty="0">
                <a:solidFill>
                  <a:schemeClr val="bg1"/>
                </a:solidFill>
                <a:latin typeface="Lufga" panose="020B0604020202020204" charset="0"/>
                <a:sym typeface="Arial"/>
              </a:rPr>
              <a:t> </a:t>
            </a:r>
            <a:r>
              <a:rPr lang="en-GB" sz="3200" dirty="0" err="1">
                <a:solidFill>
                  <a:schemeClr val="bg1"/>
                </a:solidFill>
                <a:latin typeface="Lufga" panose="020B0604020202020204" charset="0"/>
                <a:sym typeface="Arial"/>
              </a:rPr>
              <a:t>roboticas</a:t>
            </a:r>
            <a:endParaRPr lang="en-GB" sz="3200" dirty="0">
              <a:solidFill>
                <a:schemeClr val="bg1"/>
              </a:solidFill>
              <a:latin typeface="Lufga" panose="020B0604020202020204" charset="0"/>
              <a:sym typeface="Arial"/>
            </a:endParaRPr>
          </a:p>
          <a:p>
            <a:pPr marL="457200" marR="0" lvl="1" indent="-4572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3200" dirty="0">
                <a:solidFill>
                  <a:schemeClr val="bg1"/>
                </a:solidFill>
                <a:latin typeface="Lufga" panose="020B0604020202020204" charset="0"/>
                <a:sym typeface="Arial"/>
              </a:rPr>
              <a:t>El </a:t>
            </a:r>
            <a:r>
              <a:rPr lang="en-GB" sz="3200" dirty="0" err="1">
                <a:solidFill>
                  <a:schemeClr val="bg1"/>
                </a:solidFill>
                <a:latin typeface="Lufga" panose="020B0604020202020204" charset="0"/>
                <a:sym typeface="Arial"/>
              </a:rPr>
              <a:t>codigo</a:t>
            </a:r>
            <a:r>
              <a:rPr lang="en-GB" sz="3200" dirty="0">
                <a:solidFill>
                  <a:schemeClr val="bg1"/>
                </a:solidFill>
                <a:latin typeface="Lufga" panose="020B0604020202020204" charset="0"/>
                <a:sym typeface="Arial"/>
              </a:rPr>
              <a:t> es </a:t>
            </a:r>
            <a:r>
              <a:rPr lang="en-GB" sz="3200" dirty="0" err="1">
                <a:solidFill>
                  <a:schemeClr val="bg1"/>
                </a:solidFill>
                <a:latin typeface="Lufga" panose="020B0604020202020204" charset="0"/>
                <a:sym typeface="Arial"/>
              </a:rPr>
              <a:t>fijo</a:t>
            </a:r>
            <a:endParaRPr lang="en-GB" sz="3200" dirty="0">
              <a:solidFill>
                <a:schemeClr val="bg1"/>
              </a:solidFill>
              <a:latin typeface="Lufga" panose="020B0604020202020204" charset="0"/>
              <a:sym typeface="Arial"/>
            </a:endParaRPr>
          </a:p>
          <a:p>
            <a:pPr marL="457200" marR="0" lvl="1" indent="-4572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3200" dirty="0">
                <a:solidFill>
                  <a:schemeClr val="bg1"/>
                </a:solidFill>
                <a:latin typeface="Lufga" panose="020B0604020202020204" charset="0"/>
                <a:sym typeface="Arial"/>
              </a:rPr>
              <a:t>No hay “</a:t>
            </a:r>
            <a:r>
              <a:rPr lang="en-GB" sz="3200" dirty="0" err="1">
                <a:solidFill>
                  <a:schemeClr val="bg1"/>
                </a:solidFill>
                <a:latin typeface="Lufga" panose="020B0604020202020204" charset="0"/>
                <a:sym typeface="Arial"/>
              </a:rPr>
              <a:t>inteligencia</a:t>
            </a:r>
            <a:r>
              <a:rPr lang="en-GB" sz="3200" dirty="0">
                <a:solidFill>
                  <a:schemeClr val="bg1"/>
                </a:solidFill>
                <a:latin typeface="Lufga" panose="020B0604020202020204" charset="0"/>
                <a:sym typeface="Arial"/>
              </a:rPr>
              <a:t> natural” </a:t>
            </a:r>
          </a:p>
          <a:p>
            <a:pPr marL="457200" marR="0" lvl="1" indent="-4572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3200" dirty="0" err="1">
                <a:solidFill>
                  <a:schemeClr val="bg1"/>
                </a:solidFill>
                <a:latin typeface="Lufga" panose="020B0604020202020204" charset="0"/>
                <a:sym typeface="Arial"/>
              </a:rPr>
              <a:t>Hacer</a:t>
            </a:r>
            <a:r>
              <a:rPr lang="en-GB" sz="3200" dirty="0">
                <a:solidFill>
                  <a:schemeClr val="bg1"/>
                </a:solidFill>
                <a:latin typeface="Lufga" panose="020B0604020202020204" charset="0"/>
                <a:sym typeface="Arial"/>
              </a:rPr>
              <a:t> un </a:t>
            </a:r>
            <a:r>
              <a:rPr lang="es-ES" sz="3200" dirty="0">
                <a:solidFill>
                  <a:schemeClr val="bg1"/>
                </a:solidFill>
                <a:latin typeface="Lufga" panose="020B0604020202020204" charset="0"/>
                <a:sym typeface="Arial"/>
              </a:rPr>
              <a:t>cambio</a:t>
            </a:r>
            <a:r>
              <a:rPr lang="en-GB" sz="3200" dirty="0">
                <a:solidFill>
                  <a:schemeClr val="bg1"/>
                </a:solidFill>
                <a:latin typeface="Lufga" panose="020B0604020202020204" charset="0"/>
                <a:sym typeface="Arial"/>
              </a:rPr>
              <a:t> es </a:t>
            </a:r>
            <a:r>
              <a:rPr lang="en-GB" sz="3200" dirty="0" err="1">
                <a:solidFill>
                  <a:schemeClr val="bg1"/>
                </a:solidFill>
                <a:latin typeface="Lufga" panose="020B0604020202020204" charset="0"/>
                <a:sym typeface="Arial"/>
              </a:rPr>
              <a:t>complejo</a:t>
            </a:r>
            <a:endParaRPr lang="en-GB" sz="3200" dirty="0">
              <a:solidFill>
                <a:schemeClr val="bg1"/>
              </a:solidFill>
              <a:latin typeface="Lufga" panose="020B0604020202020204" charset="0"/>
              <a:sym typeface="Arial"/>
            </a:endParaRPr>
          </a:p>
          <a:p>
            <a:pPr marL="457200" marR="0" lvl="1" indent="-4572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3200" dirty="0">
                <a:solidFill>
                  <a:schemeClr val="bg1"/>
                </a:solidFill>
                <a:latin typeface="Lufga" panose="020B0604020202020204" charset="0"/>
                <a:sym typeface="Arial"/>
              </a:rPr>
              <a:t>Y cuesta dinero </a:t>
            </a:r>
            <a:endParaRPr kumimoji="0" lang="en-US" sz="3200" b="0" i="0" u="none" strike="noStrike" kern="1200" cap="none" spc="0" normalizeH="0" baseline="0" noProof="0" dirty="0">
              <a:ln>
                <a:noFill/>
              </a:ln>
              <a:solidFill>
                <a:schemeClr val="bg1"/>
              </a:solidFill>
              <a:effectLst/>
              <a:uLnTx/>
              <a:uFillTx/>
              <a:latin typeface="Lufga" panose="020B0604020202020204" charset="0"/>
              <a:sym typeface="Arial"/>
            </a:endParaRPr>
          </a:p>
        </p:txBody>
      </p:sp>
      <p:sp>
        <p:nvSpPr>
          <p:cNvPr id="4" name="Title 1">
            <a:extLst>
              <a:ext uri="{FF2B5EF4-FFF2-40B4-BE49-F238E27FC236}">
                <a16:creationId xmlns:a16="http://schemas.microsoft.com/office/drawing/2014/main" id="{C83C2BC8-9822-6C59-C3D0-4C532F4E11E9}"/>
              </a:ext>
            </a:extLst>
          </p:cNvPr>
          <p:cNvSpPr txBox="1">
            <a:spLocks/>
          </p:cNvSpPr>
          <p:nvPr/>
        </p:nvSpPr>
        <p:spPr>
          <a:xfrm>
            <a:off x="588263" y="457200"/>
            <a:ext cx="11018520" cy="5539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bg1"/>
                </a:solidFill>
                <a:latin typeface="Lufga" panose="020B0604020202020204" charset="0"/>
              </a:rPr>
              <a:t>¿Que es lo que </a:t>
            </a:r>
            <a:r>
              <a:rPr lang="en-GB" dirty="0" err="1">
                <a:solidFill>
                  <a:schemeClr val="bg1"/>
                </a:solidFill>
                <a:latin typeface="Lufga" panose="020B0604020202020204" charset="0"/>
              </a:rPr>
              <a:t>tenemos</a:t>
            </a:r>
            <a:r>
              <a:rPr lang="en-GB" dirty="0">
                <a:solidFill>
                  <a:schemeClr val="bg1"/>
                </a:solidFill>
                <a:latin typeface="Lufga" panose="020B0604020202020204" charset="0"/>
              </a:rPr>
              <a:t>?</a:t>
            </a:r>
            <a:endParaRPr lang="en-US" dirty="0">
              <a:solidFill>
                <a:schemeClr val="bg1"/>
              </a:solidFill>
              <a:latin typeface="Lufga" panose="020B0604020202020204" charset="0"/>
            </a:endParaRPr>
          </a:p>
        </p:txBody>
      </p:sp>
      <p:sp>
        <p:nvSpPr>
          <p:cNvPr id="5" name="TextBox 4">
            <a:extLst>
              <a:ext uri="{FF2B5EF4-FFF2-40B4-BE49-F238E27FC236}">
                <a16:creationId xmlns:a16="http://schemas.microsoft.com/office/drawing/2014/main" id="{1061F8B0-3CA1-E389-AF98-C70E8121EBFA}"/>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12786190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48392-AE13-4BAD-F54E-54B1CD3E7AD8}"/>
            </a:ext>
          </a:extLst>
        </p:cNvPr>
        <p:cNvGrpSpPr/>
        <p:nvPr/>
      </p:nvGrpSpPr>
      <p:grpSpPr>
        <a:xfrm>
          <a:off x="0" y="0"/>
          <a:ext cx="0" cy="0"/>
          <a:chOff x="0" y="0"/>
          <a:chExt cx="0" cy="0"/>
        </a:xfrm>
      </p:grpSpPr>
      <p:sp>
        <p:nvSpPr>
          <p:cNvPr id="2" name="Rectangle: Rounded Corners 74">
            <a:extLst>
              <a:ext uri="{FF2B5EF4-FFF2-40B4-BE49-F238E27FC236}">
                <a16:creationId xmlns:a16="http://schemas.microsoft.com/office/drawing/2014/main" id="{95C364C8-2796-BBC7-6AA4-63BB7720C922}"/>
              </a:ext>
            </a:extLst>
          </p:cNvPr>
          <p:cNvSpPr/>
          <p:nvPr/>
        </p:nvSpPr>
        <p:spPr>
          <a:xfrm>
            <a:off x="4053116" y="1701569"/>
            <a:ext cx="4287077" cy="650267"/>
          </a:xfrm>
          <a:prstGeom prst="roundRect">
            <a:avLst>
              <a:gd name="adj" fmla="val 50000"/>
            </a:avLst>
          </a:prstGeom>
          <a:gradFill flip="none" rotWithShape="1">
            <a:gsLst>
              <a:gs pos="40000">
                <a:srgbClr val="49C5B1"/>
              </a:gs>
              <a:gs pos="5000">
                <a:srgbClr val="8DE971"/>
              </a:gs>
            </a:gsLst>
            <a:path path="circle">
              <a:fillToRect l="100000" t="100000"/>
            </a:path>
            <a:tileRect r="-100000" b="-100000"/>
          </a:gradFill>
          <a:ln>
            <a:noFill/>
            <a:headEnd type="none" w="med" len="med"/>
            <a:tailEnd type="none" w="med" len="med"/>
          </a:ln>
          <a:effectLst>
            <a:outerShdw blurRad="63500" dist="1270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5000"/>
              </a:lnSpc>
              <a:spcBef>
                <a:spcPct val="0"/>
              </a:spcBef>
              <a:spcAft>
                <a:spcPct val="0"/>
              </a:spcAft>
              <a:buClrTx/>
              <a:buSzTx/>
              <a:buFontTx/>
              <a:buNone/>
              <a:tabLst/>
              <a:defRPr/>
            </a:pPr>
            <a:r>
              <a:rPr kumimoji="0" lang="en-CA" sz="2400" b="1" i="0" u="none" strike="noStrike" kern="1200" cap="none" spc="0" normalizeH="0" baseline="0" noProof="0" dirty="0" err="1">
                <a:ln w="3175">
                  <a:noFill/>
                </a:ln>
                <a:solidFill>
                  <a:schemeClr val="accent3"/>
                </a:solidFill>
                <a:effectLst/>
                <a:uLnTx/>
                <a:uFillTx/>
                <a:latin typeface="Lufga" panose="020B0604020202020204" charset="0"/>
                <a:cs typeface="Segoe UI" pitchFamily="34" charset="0"/>
              </a:rPr>
              <a:t>Aplicaciones</a:t>
            </a:r>
            <a:r>
              <a:rPr kumimoji="0" lang="en-CA" sz="2400" b="1" i="0" u="none" strike="noStrike" kern="1200" cap="none" spc="0" normalizeH="0" baseline="0" noProof="0" dirty="0">
                <a:ln w="3175">
                  <a:noFill/>
                </a:ln>
                <a:solidFill>
                  <a:schemeClr val="accent3"/>
                </a:solidFill>
                <a:effectLst/>
                <a:uLnTx/>
                <a:uFillTx/>
                <a:latin typeface="Lufga" panose="020B0604020202020204" charset="0"/>
                <a:cs typeface="Segoe UI" pitchFamily="34" charset="0"/>
              </a:rPr>
              <a:t> </a:t>
            </a:r>
            <a:r>
              <a:rPr kumimoji="0" lang="en-CA" sz="2400" b="1" i="0" u="none" strike="noStrike" kern="1200" cap="none" spc="0" normalizeH="0" baseline="0" noProof="0" dirty="0" err="1">
                <a:ln w="3175">
                  <a:noFill/>
                </a:ln>
                <a:solidFill>
                  <a:schemeClr val="accent3"/>
                </a:solidFill>
                <a:effectLst/>
                <a:uLnTx/>
                <a:uFillTx/>
                <a:latin typeface="Lufga" panose="020B0604020202020204" charset="0"/>
                <a:cs typeface="Segoe UI" pitchFamily="34" charset="0"/>
              </a:rPr>
              <a:t>inteligentes</a:t>
            </a:r>
            <a:endParaRPr kumimoji="0" lang="en-CA" sz="2400" b="1" i="0" u="none" strike="noStrike" kern="1200" cap="none" spc="0" normalizeH="0" baseline="0" noProof="0" dirty="0">
              <a:ln w="3175">
                <a:noFill/>
              </a:ln>
              <a:solidFill>
                <a:schemeClr val="accent3"/>
              </a:solidFill>
              <a:effectLst/>
              <a:uLnTx/>
              <a:uFillTx/>
              <a:latin typeface="Lufga" panose="020B0604020202020204" charset="0"/>
              <a:cs typeface="Segoe UI" pitchFamily="34" charset="0"/>
            </a:endParaRPr>
          </a:p>
        </p:txBody>
      </p:sp>
      <p:sp>
        <p:nvSpPr>
          <p:cNvPr id="3" name="Text Placeholder 7">
            <a:extLst>
              <a:ext uri="{FF2B5EF4-FFF2-40B4-BE49-F238E27FC236}">
                <a16:creationId xmlns:a16="http://schemas.microsoft.com/office/drawing/2014/main" id="{F9AEC354-0881-79F6-6D41-F1A144933B40}"/>
              </a:ext>
            </a:extLst>
          </p:cNvPr>
          <p:cNvSpPr txBox="1">
            <a:spLocks/>
          </p:cNvSpPr>
          <p:nvPr/>
        </p:nvSpPr>
        <p:spPr>
          <a:xfrm>
            <a:off x="2324986" y="2924991"/>
            <a:ext cx="6998309" cy="2716180"/>
          </a:xfrm>
          <a:prstGeom prst="rect">
            <a:avLst/>
          </a:prstGeom>
        </p:spPr>
        <p:txBody>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2400" kern="1200" spc="0" baseline="0">
                <a:solidFill>
                  <a:schemeClr val="accent1">
                    <a:lumMod val="60000"/>
                    <a:lumOff val="40000"/>
                  </a:schemeClr>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200" kern="0" cap="all" spc="100" baseline="0">
                <a:solidFill>
                  <a:schemeClr val="accent1">
                    <a:lumMod val="60000"/>
                    <a:lumOff val="40000"/>
                  </a:schemeClr>
                </a:solidFill>
                <a:latin typeface="+mn-lt"/>
                <a:ea typeface="+mn-ea"/>
                <a:cs typeface="+mn-cs"/>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marR="0" lvl="1" indent="-4572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3200" dirty="0" err="1">
                <a:solidFill>
                  <a:schemeClr val="bg1"/>
                </a:solidFill>
                <a:latin typeface="Lufga" panose="020B0604020202020204" charset="0"/>
                <a:sym typeface="Arial"/>
              </a:rPr>
              <a:t>Interacción</a:t>
            </a:r>
            <a:r>
              <a:rPr lang="en-GB" sz="3200" dirty="0">
                <a:solidFill>
                  <a:schemeClr val="bg1"/>
                </a:solidFill>
                <a:latin typeface="Lufga" panose="020B0604020202020204" charset="0"/>
                <a:sym typeface="Arial"/>
              </a:rPr>
              <a:t> </a:t>
            </a:r>
            <a:r>
              <a:rPr lang="en-GB" sz="3200" dirty="0" err="1">
                <a:solidFill>
                  <a:schemeClr val="bg1"/>
                </a:solidFill>
                <a:latin typeface="Lufga" panose="020B0604020202020204" charset="0"/>
                <a:sym typeface="Arial"/>
              </a:rPr>
              <a:t>en</a:t>
            </a:r>
            <a:r>
              <a:rPr lang="en-GB" sz="3200" dirty="0">
                <a:solidFill>
                  <a:schemeClr val="bg1"/>
                </a:solidFill>
                <a:latin typeface="Lufga" panose="020B0604020202020204" charset="0"/>
                <a:sym typeface="Arial"/>
              </a:rPr>
              <a:t> </a:t>
            </a:r>
            <a:r>
              <a:rPr lang="en-GB" sz="3200" dirty="0" err="1">
                <a:solidFill>
                  <a:schemeClr val="accent3"/>
                </a:solidFill>
                <a:latin typeface="Lufga" panose="020B0604020202020204" charset="0"/>
                <a:sym typeface="Arial"/>
              </a:rPr>
              <a:t>lenguaje</a:t>
            </a:r>
            <a:r>
              <a:rPr lang="en-GB" sz="3200" dirty="0">
                <a:solidFill>
                  <a:schemeClr val="accent3"/>
                </a:solidFill>
                <a:latin typeface="Lufga" panose="020B0604020202020204" charset="0"/>
                <a:sym typeface="Arial"/>
              </a:rPr>
              <a:t> natural</a:t>
            </a:r>
          </a:p>
          <a:p>
            <a:pPr marL="457200" marR="0" lvl="1" indent="-4572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3200" dirty="0" err="1">
                <a:solidFill>
                  <a:schemeClr val="bg1"/>
                </a:solidFill>
                <a:latin typeface="Lufga" panose="020B0604020202020204" charset="0"/>
                <a:sym typeface="Arial"/>
              </a:rPr>
              <a:t>Experiencias</a:t>
            </a:r>
            <a:r>
              <a:rPr lang="en-GB" sz="3200" dirty="0">
                <a:solidFill>
                  <a:schemeClr val="bg1"/>
                </a:solidFill>
                <a:latin typeface="Lufga" panose="020B0604020202020204" charset="0"/>
                <a:sym typeface="Arial"/>
              </a:rPr>
              <a:t> </a:t>
            </a:r>
            <a:r>
              <a:rPr lang="en-GB" sz="3200" dirty="0" err="1">
                <a:solidFill>
                  <a:schemeClr val="accent3"/>
                </a:solidFill>
                <a:latin typeface="Lufga" panose="020B0604020202020204" charset="0"/>
                <a:sym typeface="Arial"/>
              </a:rPr>
              <a:t>personalizadas</a:t>
            </a:r>
            <a:r>
              <a:rPr lang="en-GB" sz="3200" dirty="0">
                <a:solidFill>
                  <a:schemeClr val="bg1"/>
                </a:solidFill>
                <a:latin typeface="Lufga" panose="020B0604020202020204" charset="0"/>
                <a:sym typeface="Arial"/>
              </a:rPr>
              <a:t> </a:t>
            </a:r>
            <a:r>
              <a:rPr lang="en-GB" sz="3200" dirty="0" err="1">
                <a:solidFill>
                  <a:schemeClr val="bg1"/>
                </a:solidFill>
                <a:latin typeface="Lufga" panose="020B0604020202020204" charset="0"/>
                <a:sym typeface="Arial"/>
              </a:rPr>
              <a:t>basadas</a:t>
            </a:r>
            <a:r>
              <a:rPr lang="en-GB" sz="3200" dirty="0">
                <a:solidFill>
                  <a:schemeClr val="bg1"/>
                </a:solidFill>
                <a:latin typeface="Lufga" panose="020B0604020202020204" charset="0"/>
                <a:sym typeface="Arial"/>
              </a:rPr>
              <a:t> </a:t>
            </a:r>
            <a:r>
              <a:rPr lang="en-GB" sz="3200" dirty="0" err="1">
                <a:solidFill>
                  <a:schemeClr val="bg1"/>
                </a:solidFill>
                <a:latin typeface="Lufga" panose="020B0604020202020204" charset="0"/>
                <a:sym typeface="Arial"/>
              </a:rPr>
              <a:t>en</a:t>
            </a:r>
            <a:r>
              <a:rPr lang="en-GB" sz="3200" dirty="0">
                <a:solidFill>
                  <a:schemeClr val="bg1"/>
                </a:solidFill>
                <a:latin typeface="Lufga" panose="020B0604020202020204" charset="0"/>
                <a:sym typeface="Arial"/>
              </a:rPr>
              <a:t> </a:t>
            </a:r>
            <a:r>
              <a:rPr lang="en-GB" sz="3200" dirty="0" err="1">
                <a:solidFill>
                  <a:schemeClr val="bg1"/>
                </a:solidFill>
                <a:latin typeface="Lufga" panose="020B0604020202020204" charset="0"/>
                <a:sym typeface="Arial"/>
              </a:rPr>
              <a:t>datos</a:t>
            </a:r>
            <a:endParaRPr lang="en-GB" sz="3200" dirty="0">
              <a:solidFill>
                <a:schemeClr val="bg1"/>
              </a:solidFill>
              <a:latin typeface="Lufga" panose="020B0604020202020204" charset="0"/>
              <a:sym typeface="Arial"/>
            </a:endParaRPr>
          </a:p>
          <a:p>
            <a:pPr marL="457200" marR="0" lvl="1" indent="-4572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3200" dirty="0">
                <a:solidFill>
                  <a:schemeClr val="bg1"/>
                </a:solidFill>
                <a:latin typeface="Lufga" panose="020B0604020202020204" charset="0"/>
                <a:sym typeface="Arial"/>
              </a:rPr>
              <a:t>Que </a:t>
            </a:r>
            <a:r>
              <a:rPr lang="en-GB" sz="3200" dirty="0" err="1">
                <a:solidFill>
                  <a:schemeClr val="bg1"/>
                </a:solidFill>
                <a:latin typeface="Lufga" panose="020B0604020202020204" charset="0"/>
                <a:sym typeface="Arial"/>
              </a:rPr>
              <a:t>aprenda</a:t>
            </a:r>
            <a:r>
              <a:rPr lang="en-GB" sz="3200" dirty="0">
                <a:solidFill>
                  <a:schemeClr val="bg1"/>
                </a:solidFill>
                <a:latin typeface="Lufga" panose="020B0604020202020204" charset="0"/>
                <a:sym typeface="Arial"/>
              </a:rPr>
              <a:t> y </a:t>
            </a:r>
            <a:r>
              <a:rPr lang="en-GB" sz="3200" dirty="0" err="1">
                <a:solidFill>
                  <a:schemeClr val="accent3"/>
                </a:solidFill>
                <a:latin typeface="Lufga" panose="020B0604020202020204" charset="0"/>
                <a:sym typeface="Arial"/>
              </a:rPr>
              <a:t>mejore</a:t>
            </a:r>
            <a:r>
              <a:rPr lang="en-GB" sz="3200" dirty="0">
                <a:solidFill>
                  <a:schemeClr val="accent3"/>
                </a:solidFill>
                <a:latin typeface="Lufga" panose="020B0604020202020204" charset="0"/>
                <a:sym typeface="Arial"/>
              </a:rPr>
              <a:t> </a:t>
            </a:r>
            <a:r>
              <a:rPr lang="en-GB" sz="3200" dirty="0" err="1">
                <a:solidFill>
                  <a:schemeClr val="accent3"/>
                </a:solidFill>
                <a:latin typeface="Lufga" panose="020B0604020202020204" charset="0"/>
                <a:sym typeface="Arial"/>
              </a:rPr>
              <a:t>continuamente</a:t>
            </a:r>
            <a:endParaRPr kumimoji="0" lang="en-US" sz="3200" b="0" i="0" u="none" strike="noStrike" kern="1200" cap="none" spc="0" normalizeH="0" baseline="0" noProof="0" dirty="0">
              <a:ln>
                <a:noFill/>
              </a:ln>
              <a:solidFill>
                <a:schemeClr val="accent3"/>
              </a:solidFill>
              <a:effectLst/>
              <a:uLnTx/>
              <a:uFillTx/>
              <a:latin typeface="Lufga" panose="020B0604020202020204" charset="0"/>
              <a:sym typeface="Arial"/>
            </a:endParaRPr>
          </a:p>
        </p:txBody>
      </p:sp>
      <p:sp>
        <p:nvSpPr>
          <p:cNvPr id="4" name="Title 1">
            <a:extLst>
              <a:ext uri="{FF2B5EF4-FFF2-40B4-BE49-F238E27FC236}">
                <a16:creationId xmlns:a16="http://schemas.microsoft.com/office/drawing/2014/main" id="{00E05669-A055-7C8F-7B07-4A711515EDDC}"/>
              </a:ext>
            </a:extLst>
          </p:cNvPr>
          <p:cNvSpPr txBox="1">
            <a:spLocks/>
          </p:cNvSpPr>
          <p:nvPr/>
        </p:nvSpPr>
        <p:spPr>
          <a:xfrm>
            <a:off x="588263" y="457200"/>
            <a:ext cx="11018520" cy="5539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solidFill>
                  <a:schemeClr val="bg1"/>
                </a:solidFill>
                <a:latin typeface="Lufga" panose="020B0604020202020204" charset="0"/>
              </a:rPr>
              <a:t>¿Que es lo que queremos?</a:t>
            </a:r>
            <a:endParaRPr lang="en-US" dirty="0">
              <a:solidFill>
                <a:schemeClr val="bg1"/>
              </a:solidFill>
              <a:latin typeface="Lufga" panose="020B0604020202020204" charset="0"/>
            </a:endParaRPr>
          </a:p>
        </p:txBody>
      </p:sp>
      <p:sp>
        <p:nvSpPr>
          <p:cNvPr id="5" name="TextBox 4">
            <a:extLst>
              <a:ext uri="{FF2B5EF4-FFF2-40B4-BE49-F238E27FC236}">
                <a16:creationId xmlns:a16="http://schemas.microsoft.com/office/drawing/2014/main" id="{61984EB4-BDA6-3A50-E52A-BC16339A922B}"/>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341950092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633C2-597E-2B53-ED75-F3460E4375AE}"/>
            </a:ext>
          </a:extLst>
        </p:cNvPr>
        <p:cNvGrpSpPr/>
        <p:nvPr/>
      </p:nvGrpSpPr>
      <p:grpSpPr>
        <a:xfrm>
          <a:off x="0" y="0"/>
          <a:ext cx="0" cy="0"/>
          <a:chOff x="0" y="0"/>
          <a:chExt cx="0" cy="0"/>
        </a:xfrm>
      </p:grpSpPr>
      <p:sp>
        <p:nvSpPr>
          <p:cNvPr id="2" name="Rectangle: Rounded Corners 74">
            <a:extLst>
              <a:ext uri="{FF2B5EF4-FFF2-40B4-BE49-F238E27FC236}">
                <a16:creationId xmlns:a16="http://schemas.microsoft.com/office/drawing/2014/main" id="{248B504E-C78F-5D11-DD55-0CA05F5897ED}"/>
              </a:ext>
            </a:extLst>
          </p:cNvPr>
          <p:cNvSpPr/>
          <p:nvPr/>
        </p:nvSpPr>
        <p:spPr>
          <a:xfrm>
            <a:off x="704369" y="1414699"/>
            <a:ext cx="4287077" cy="650267"/>
          </a:xfrm>
          <a:prstGeom prst="roundRect">
            <a:avLst>
              <a:gd name="adj" fmla="val 50000"/>
            </a:avLst>
          </a:prstGeom>
          <a:gradFill flip="none" rotWithShape="1">
            <a:gsLst>
              <a:gs pos="40000">
                <a:srgbClr val="49C5B1"/>
              </a:gs>
              <a:gs pos="5000">
                <a:srgbClr val="8DE971"/>
              </a:gs>
            </a:gsLst>
            <a:path path="circle">
              <a:fillToRect l="100000" t="100000"/>
            </a:path>
            <a:tileRect r="-100000" b="-100000"/>
          </a:gradFill>
          <a:ln>
            <a:noFill/>
            <a:headEnd type="none" w="med" len="med"/>
            <a:tailEnd type="none" w="med" len="med"/>
          </a:ln>
          <a:effectLst>
            <a:outerShdw blurRad="63500" dist="1270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5000"/>
              </a:lnSpc>
              <a:spcBef>
                <a:spcPct val="0"/>
              </a:spcBef>
              <a:spcAft>
                <a:spcPct val="0"/>
              </a:spcAft>
              <a:buClrTx/>
              <a:buSzTx/>
              <a:buFontTx/>
              <a:buNone/>
              <a:tabLst/>
              <a:defRPr/>
            </a:pPr>
            <a:r>
              <a:rPr kumimoji="0" lang="en-CA" sz="2400" b="1" i="0" u="none" strike="noStrike" kern="1200" cap="none" spc="0" normalizeH="0" baseline="0" noProof="0" dirty="0">
                <a:ln w="3175">
                  <a:noFill/>
                </a:ln>
                <a:solidFill>
                  <a:schemeClr val="accent3"/>
                </a:solidFill>
                <a:effectLst/>
                <a:uLnTx/>
                <a:uFillTx/>
                <a:latin typeface="Lufga" panose="020B0604020202020204" charset="0"/>
                <a:cs typeface="Segoe UI" pitchFamily="34" charset="0"/>
              </a:rPr>
              <a:t>Mi pizzeria actual</a:t>
            </a:r>
          </a:p>
        </p:txBody>
      </p:sp>
      <p:sp>
        <p:nvSpPr>
          <p:cNvPr id="3" name="Text Placeholder 7">
            <a:extLst>
              <a:ext uri="{FF2B5EF4-FFF2-40B4-BE49-F238E27FC236}">
                <a16:creationId xmlns:a16="http://schemas.microsoft.com/office/drawing/2014/main" id="{124D21A9-9405-A3E8-CA46-E10736854B0E}"/>
              </a:ext>
            </a:extLst>
          </p:cNvPr>
          <p:cNvSpPr txBox="1">
            <a:spLocks/>
          </p:cNvSpPr>
          <p:nvPr/>
        </p:nvSpPr>
        <p:spPr>
          <a:xfrm>
            <a:off x="588263" y="2662644"/>
            <a:ext cx="4768934" cy="2716180"/>
          </a:xfrm>
          <a:prstGeom prst="rect">
            <a:avLst/>
          </a:prstGeom>
        </p:spPr>
        <p:txBody>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2400" kern="1200" spc="0" baseline="0">
                <a:solidFill>
                  <a:schemeClr val="accent1">
                    <a:lumMod val="60000"/>
                    <a:lumOff val="40000"/>
                  </a:schemeClr>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200" kern="0" cap="all" spc="100" baseline="0">
                <a:solidFill>
                  <a:schemeClr val="accent1">
                    <a:lumMod val="60000"/>
                    <a:lumOff val="40000"/>
                  </a:schemeClr>
                </a:solidFill>
                <a:latin typeface="+mn-lt"/>
                <a:ea typeface="+mn-ea"/>
                <a:cs typeface="+mn-cs"/>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1" indent="-3429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2400" dirty="0">
                <a:solidFill>
                  <a:schemeClr val="bg1"/>
                </a:solidFill>
                <a:latin typeface="Lufga" panose="020B0604020202020204" charset="0"/>
                <a:sym typeface="Arial"/>
              </a:rPr>
              <a:t>Tengo que </a:t>
            </a:r>
            <a:r>
              <a:rPr lang="en-GB" sz="2400" dirty="0" err="1">
                <a:solidFill>
                  <a:schemeClr val="bg1"/>
                </a:solidFill>
                <a:latin typeface="Lufga" panose="020B0604020202020204" charset="0"/>
                <a:sym typeface="Arial"/>
              </a:rPr>
              <a:t>mirar</a:t>
            </a:r>
            <a:r>
              <a:rPr lang="en-GB" sz="2400" dirty="0">
                <a:solidFill>
                  <a:schemeClr val="bg1"/>
                </a:solidFill>
                <a:latin typeface="Lufga" panose="020B0604020202020204" charset="0"/>
                <a:sym typeface="Arial"/>
              </a:rPr>
              <a:t> a </a:t>
            </a:r>
            <a:r>
              <a:rPr lang="en-GB" sz="2400" dirty="0" err="1">
                <a:solidFill>
                  <a:schemeClr val="bg1"/>
                </a:solidFill>
                <a:latin typeface="Lufga" panose="020B0604020202020204" charset="0"/>
                <a:sym typeface="Arial"/>
              </a:rPr>
              <a:t>ver</a:t>
            </a:r>
            <a:r>
              <a:rPr lang="en-GB" sz="2400" dirty="0">
                <a:solidFill>
                  <a:schemeClr val="bg1"/>
                </a:solidFill>
                <a:latin typeface="Lufga" panose="020B0604020202020204" charset="0"/>
                <a:sym typeface="Arial"/>
              </a:rPr>
              <a:t> que pizzas hay entre  </a:t>
            </a:r>
            <a:r>
              <a:rPr lang="en-GB" sz="2400" dirty="0" err="1">
                <a:solidFill>
                  <a:schemeClr val="bg1"/>
                </a:solidFill>
                <a:latin typeface="Lufga" panose="020B0604020202020204" charset="0"/>
                <a:sym typeface="Arial"/>
              </a:rPr>
              <a:t>muchas</a:t>
            </a:r>
            <a:endParaRPr lang="en-GB" sz="2400" dirty="0">
              <a:solidFill>
                <a:schemeClr val="bg1"/>
              </a:solidFill>
              <a:latin typeface="Lufga" panose="020B0604020202020204" charset="0"/>
              <a:sym typeface="Arial"/>
            </a:endParaRPr>
          </a:p>
          <a:p>
            <a:pPr marL="342900" marR="0" lvl="1" indent="-3429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2400" dirty="0">
                <a:solidFill>
                  <a:schemeClr val="bg1"/>
                </a:solidFill>
                <a:latin typeface="Lufga" panose="020B0604020202020204" charset="0"/>
                <a:sym typeface="Arial"/>
              </a:rPr>
              <a:t>No </a:t>
            </a:r>
            <a:r>
              <a:rPr lang="en-GB" sz="2400" dirty="0" err="1">
                <a:solidFill>
                  <a:schemeClr val="bg1"/>
                </a:solidFill>
                <a:latin typeface="Lufga" panose="020B0604020202020204" charset="0"/>
                <a:sym typeface="Arial"/>
              </a:rPr>
              <a:t>puedo</a:t>
            </a:r>
            <a:r>
              <a:rPr lang="en-GB" sz="2400" dirty="0">
                <a:solidFill>
                  <a:schemeClr val="bg1"/>
                </a:solidFill>
                <a:latin typeface="Lufga" panose="020B0604020202020204" charset="0"/>
                <a:sym typeface="Arial"/>
              </a:rPr>
              <a:t> </a:t>
            </a:r>
            <a:r>
              <a:rPr lang="en-GB" sz="2400" dirty="0" err="1">
                <a:solidFill>
                  <a:schemeClr val="bg1"/>
                </a:solidFill>
                <a:latin typeface="Lufga" panose="020B0604020202020204" charset="0"/>
                <a:sym typeface="Arial"/>
              </a:rPr>
              <a:t>filtrar</a:t>
            </a:r>
            <a:r>
              <a:rPr lang="en-GB" sz="2400" dirty="0">
                <a:solidFill>
                  <a:schemeClr val="bg1"/>
                </a:solidFill>
                <a:latin typeface="Lufga" panose="020B0604020202020204" charset="0"/>
                <a:sym typeface="Arial"/>
              </a:rPr>
              <a:t> </a:t>
            </a:r>
            <a:r>
              <a:rPr lang="en-GB" sz="2400" dirty="0" err="1">
                <a:solidFill>
                  <a:schemeClr val="bg1"/>
                </a:solidFill>
                <a:latin typeface="Lufga" panose="020B0604020202020204" charset="0"/>
                <a:sym typeface="Arial"/>
              </a:rPr>
              <a:t>por</a:t>
            </a:r>
            <a:r>
              <a:rPr lang="en-GB" sz="2400" dirty="0">
                <a:solidFill>
                  <a:schemeClr val="bg1"/>
                </a:solidFill>
                <a:latin typeface="Lufga" panose="020B0604020202020204" charset="0"/>
                <a:sym typeface="Arial"/>
              </a:rPr>
              <a:t> las pizzas que me </a:t>
            </a:r>
            <a:r>
              <a:rPr lang="en-GB" sz="2400" dirty="0" err="1">
                <a:solidFill>
                  <a:schemeClr val="bg1"/>
                </a:solidFill>
                <a:latin typeface="Lufga" panose="020B0604020202020204" charset="0"/>
                <a:sym typeface="Arial"/>
              </a:rPr>
              <a:t>gustan</a:t>
            </a:r>
            <a:endParaRPr lang="en-GB" sz="2400" dirty="0">
              <a:solidFill>
                <a:schemeClr val="bg1"/>
              </a:solidFill>
              <a:latin typeface="Lufga" panose="020B0604020202020204" charset="0"/>
              <a:sym typeface="Arial"/>
            </a:endParaRPr>
          </a:p>
          <a:p>
            <a:pPr marL="342900" marR="0" lvl="1" indent="-3429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lang="en-GB" sz="2400" dirty="0">
                <a:solidFill>
                  <a:schemeClr val="bg1"/>
                </a:solidFill>
                <a:latin typeface="Lufga" panose="020B0604020202020204" charset="0"/>
                <a:sym typeface="Arial"/>
              </a:rPr>
              <a:t>Voy a </a:t>
            </a:r>
            <a:r>
              <a:rPr lang="en-GB" sz="2400" dirty="0" err="1">
                <a:solidFill>
                  <a:schemeClr val="bg1"/>
                </a:solidFill>
                <a:latin typeface="Lufga" panose="020B0604020202020204" charset="0"/>
                <a:sym typeface="Arial"/>
              </a:rPr>
              <a:t>hacere</a:t>
            </a:r>
            <a:r>
              <a:rPr lang="en-GB" sz="2400" dirty="0">
                <a:solidFill>
                  <a:schemeClr val="bg1"/>
                </a:solidFill>
                <a:latin typeface="Lufga" panose="020B0604020202020204" charset="0"/>
                <a:sym typeface="Arial"/>
              </a:rPr>
              <a:t> </a:t>
            </a:r>
            <a:r>
              <a:rPr lang="en-GB" sz="2400" dirty="0" err="1">
                <a:solidFill>
                  <a:schemeClr val="bg1"/>
                </a:solidFill>
                <a:latin typeface="Lufga" panose="020B0604020202020204" charset="0"/>
                <a:sym typeface="Arial"/>
              </a:rPr>
              <a:t>el</a:t>
            </a:r>
            <a:r>
              <a:rPr lang="en-GB" sz="2400" dirty="0">
                <a:solidFill>
                  <a:schemeClr val="bg1"/>
                </a:solidFill>
                <a:latin typeface="Lufga" panose="020B0604020202020204" charset="0"/>
                <a:sym typeface="Arial"/>
              </a:rPr>
              <a:t> </a:t>
            </a:r>
            <a:r>
              <a:rPr lang="en-GB" sz="2400" dirty="0" err="1">
                <a:solidFill>
                  <a:schemeClr val="bg1"/>
                </a:solidFill>
                <a:latin typeface="Lufga" panose="020B0604020202020204" charset="0"/>
                <a:sym typeface="Arial"/>
              </a:rPr>
              <a:t>pedido</a:t>
            </a:r>
            <a:r>
              <a:rPr lang="en-GB" sz="2400" dirty="0">
                <a:solidFill>
                  <a:schemeClr val="bg1"/>
                </a:solidFill>
                <a:latin typeface="Lufga" panose="020B0604020202020204" charset="0"/>
                <a:sym typeface="Arial"/>
              </a:rPr>
              <a:t> y me </a:t>
            </a:r>
            <a:r>
              <a:rPr lang="en-GB" sz="2400" dirty="0" err="1">
                <a:solidFill>
                  <a:schemeClr val="bg1"/>
                </a:solidFill>
                <a:latin typeface="Lufga" panose="020B0604020202020204" charset="0"/>
                <a:sym typeface="Arial"/>
              </a:rPr>
              <a:t>olvido</a:t>
            </a:r>
            <a:r>
              <a:rPr lang="en-GB" sz="2400" dirty="0">
                <a:solidFill>
                  <a:schemeClr val="bg1"/>
                </a:solidFill>
                <a:latin typeface="Lufga" panose="020B0604020202020204" charset="0"/>
                <a:sym typeface="Arial"/>
              </a:rPr>
              <a:t> de </a:t>
            </a:r>
            <a:r>
              <a:rPr lang="en-GB" sz="2400" dirty="0" err="1">
                <a:solidFill>
                  <a:schemeClr val="bg1"/>
                </a:solidFill>
                <a:latin typeface="Lufga" panose="020B0604020202020204" charset="0"/>
                <a:sym typeface="Arial"/>
              </a:rPr>
              <a:t>pedir</a:t>
            </a:r>
            <a:endParaRPr lang="en-GB" sz="2400" dirty="0">
              <a:solidFill>
                <a:schemeClr val="bg1"/>
              </a:solidFill>
              <a:latin typeface="Lufga" panose="020B0604020202020204" charset="0"/>
              <a:sym typeface="Arial"/>
            </a:endParaRPr>
          </a:p>
          <a:p>
            <a:pPr marL="342900" marR="0" lvl="1" indent="-342900" algn="l" defTabSz="932719"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GB" sz="2400" b="0" i="0" u="none" strike="noStrike" kern="1200" cap="none" spc="0" normalizeH="0" baseline="0" noProof="0" dirty="0">
                <a:ln>
                  <a:noFill/>
                </a:ln>
                <a:solidFill>
                  <a:schemeClr val="bg1"/>
                </a:solidFill>
                <a:effectLst/>
                <a:uLnTx/>
                <a:uFillTx/>
                <a:latin typeface="Lufga" panose="020B0604020202020204" charset="0"/>
                <a:sym typeface="Arial"/>
              </a:rPr>
              <a:t>Tengo que </a:t>
            </a:r>
            <a:r>
              <a:rPr kumimoji="0" lang="en-GB" sz="2400" b="0" i="0" u="none" strike="noStrike" kern="1200" cap="none" spc="0" normalizeH="0" baseline="0" noProof="0" dirty="0" err="1">
                <a:ln>
                  <a:noFill/>
                </a:ln>
                <a:solidFill>
                  <a:schemeClr val="bg1"/>
                </a:solidFill>
                <a:effectLst/>
                <a:uLnTx/>
                <a:uFillTx/>
                <a:latin typeface="Lufga" panose="020B0604020202020204" charset="0"/>
                <a:sym typeface="Arial"/>
              </a:rPr>
              <a:t>volver</a:t>
            </a:r>
            <a:r>
              <a:rPr kumimoji="0" lang="en-GB" sz="2400" b="0" i="0" u="none" strike="noStrike" kern="1200" cap="none" spc="0" normalizeH="0" baseline="0" noProof="0" dirty="0">
                <a:ln>
                  <a:noFill/>
                </a:ln>
                <a:solidFill>
                  <a:schemeClr val="bg1"/>
                </a:solidFill>
                <a:effectLst/>
                <a:uLnTx/>
                <a:uFillTx/>
                <a:latin typeface="Lufga" panose="020B0604020202020204" charset="0"/>
                <a:sym typeface="Arial"/>
              </a:rPr>
              <a:t> a </a:t>
            </a:r>
            <a:r>
              <a:rPr kumimoji="0" lang="en-GB" sz="2400" b="0" i="0" u="none" strike="noStrike" kern="1200" cap="none" spc="0" normalizeH="0" baseline="0" noProof="0" dirty="0" err="1">
                <a:ln>
                  <a:noFill/>
                </a:ln>
                <a:solidFill>
                  <a:schemeClr val="bg1"/>
                </a:solidFill>
                <a:effectLst/>
                <a:uLnTx/>
                <a:uFillTx/>
                <a:latin typeface="Lufga" panose="020B0604020202020204" charset="0"/>
                <a:sym typeface="Arial"/>
              </a:rPr>
              <a:t>empezar</a:t>
            </a:r>
            <a:endParaRPr kumimoji="0" lang="en-US" sz="2400" b="0" i="0" u="none" strike="noStrike" kern="1200" cap="none" spc="0" normalizeH="0" baseline="0" noProof="0" dirty="0">
              <a:ln>
                <a:noFill/>
              </a:ln>
              <a:solidFill>
                <a:schemeClr val="bg1"/>
              </a:solidFill>
              <a:effectLst/>
              <a:uLnTx/>
              <a:uFillTx/>
              <a:latin typeface="Lufga" panose="020B0604020202020204" charset="0"/>
              <a:sym typeface="Arial"/>
            </a:endParaRPr>
          </a:p>
        </p:txBody>
      </p:sp>
      <p:sp>
        <p:nvSpPr>
          <p:cNvPr id="4" name="Title 1">
            <a:extLst>
              <a:ext uri="{FF2B5EF4-FFF2-40B4-BE49-F238E27FC236}">
                <a16:creationId xmlns:a16="http://schemas.microsoft.com/office/drawing/2014/main" id="{9BCA954F-6B14-27CE-A2FE-8925B70D4325}"/>
              </a:ext>
            </a:extLst>
          </p:cNvPr>
          <p:cNvSpPr txBox="1">
            <a:spLocks/>
          </p:cNvSpPr>
          <p:nvPr/>
        </p:nvSpPr>
        <p:spPr>
          <a:xfrm>
            <a:off x="588263" y="457200"/>
            <a:ext cx="11018520" cy="5539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bg1"/>
                </a:solidFill>
                <a:latin typeface="Lufga" panose="020B0604020202020204" charset="0"/>
              </a:rPr>
              <a:t>Mi pizzeria vs Mi </a:t>
            </a:r>
            <a:r>
              <a:rPr lang="en-GB" dirty="0" err="1">
                <a:solidFill>
                  <a:schemeClr val="bg1"/>
                </a:solidFill>
                <a:latin typeface="Lufga" panose="020B0604020202020204" charset="0"/>
              </a:rPr>
              <a:t>pizzer</a:t>
            </a:r>
            <a:r>
              <a:rPr lang="es-ES" b="1" dirty="0">
                <a:solidFill>
                  <a:schemeClr val="accent3"/>
                </a:solidFill>
                <a:latin typeface="Lufga" panose="020B0604020202020204" charset="0"/>
              </a:rPr>
              <a:t>IA</a:t>
            </a:r>
            <a:endParaRPr lang="en-US" dirty="0">
              <a:solidFill>
                <a:schemeClr val="accent3"/>
              </a:solidFill>
              <a:latin typeface="Lufga" panose="020B0604020202020204" charset="0"/>
            </a:endParaRPr>
          </a:p>
        </p:txBody>
      </p:sp>
      <p:sp>
        <p:nvSpPr>
          <p:cNvPr id="5" name="Text Placeholder 7">
            <a:extLst>
              <a:ext uri="{FF2B5EF4-FFF2-40B4-BE49-F238E27FC236}">
                <a16:creationId xmlns:a16="http://schemas.microsoft.com/office/drawing/2014/main" id="{89D2E22C-AB7A-F81A-B294-829755867104}"/>
              </a:ext>
            </a:extLst>
          </p:cNvPr>
          <p:cNvSpPr txBox="1">
            <a:spLocks/>
          </p:cNvSpPr>
          <p:nvPr/>
        </p:nvSpPr>
        <p:spPr>
          <a:xfrm>
            <a:off x="6460199" y="2662644"/>
            <a:ext cx="5143538" cy="2716180"/>
          </a:xfrm>
          <a:prstGeom prst="rect">
            <a:avLst/>
          </a:prstGeom>
        </p:spPr>
        <p:txBody>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2400" kern="1200" spc="0" baseline="0">
                <a:solidFill>
                  <a:schemeClr val="accent1">
                    <a:lumMod val="60000"/>
                    <a:lumOff val="40000"/>
                  </a:schemeClr>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200" kern="0" cap="all" spc="100" baseline="0">
                <a:solidFill>
                  <a:schemeClr val="accent1">
                    <a:lumMod val="60000"/>
                    <a:lumOff val="40000"/>
                  </a:schemeClr>
                </a:solidFill>
                <a:latin typeface="+mn-lt"/>
                <a:ea typeface="+mn-ea"/>
                <a:cs typeface="+mn-cs"/>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lgn="l">
              <a:spcBef>
                <a:spcPts val="300"/>
              </a:spcBef>
              <a:buFont typeface="Arial" panose="020B0604020202020204" pitchFamily="34" charset="0"/>
              <a:buChar char="•"/>
            </a:pPr>
            <a:r>
              <a:rPr lang="es-ES" sz="2400" b="0" i="0" dirty="0">
                <a:solidFill>
                  <a:schemeClr val="bg1"/>
                </a:solidFill>
                <a:effectLst/>
                <a:latin typeface="Lufga" panose="020B0604020202020204" charset="0"/>
              </a:rPr>
              <a:t>Le </a:t>
            </a:r>
            <a:r>
              <a:rPr lang="es-ES" sz="2400" b="0" i="0" dirty="0">
                <a:solidFill>
                  <a:schemeClr val="accent3"/>
                </a:solidFill>
                <a:effectLst/>
                <a:latin typeface="Lufga" panose="020B0604020202020204" charset="0"/>
              </a:rPr>
              <a:t>pregunto</a:t>
            </a:r>
            <a:r>
              <a:rPr lang="es-ES" sz="2400" b="0" i="0" dirty="0">
                <a:solidFill>
                  <a:schemeClr val="bg1"/>
                </a:solidFill>
                <a:effectLst/>
                <a:latin typeface="Lufga" panose="020B0604020202020204" charset="0"/>
              </a:rPr>
              <a:t> si tiene pizzas </a:t>
            </a:r>
            <a:r>
              <a:rPr lang="es-ES" sz="2400" b="0" i="0" dirty="0" err="1">
                <a:solidFill>
                  <a:schemeClr val="bg1"/>
                </a:solidFill>
                <a:effectLst/>
                <a:latin typeface="Lufga" panose="020B0604020202020204" charset="0"/>
              </a:rPr>
              <a:t>disponbiles</a:t>
            </a:r>
            <a:endParaRPr lang="es-ES" sz="2400" b="0" i="0" dirty="0">
              <a:solidFill>
                <a:schemeClr val="bg1"/>
              </a:solidFill>
              <a:effectLst/>
              <a:latin typeface="Lufga" panose="020B0604020202020204" charset="0"/>
            </a:endParaRPr>
          </a:p>
          <a:p>
            <a:pPr marL="342900" indent="-342900" algn="l">
              <a:spcBef>
                <a:spcPts val="300"/>
              </a:spcBef>
              <a:buFont typeface="Arial" panose="020B0604020202020204" pitchFamily="34" charset="0"/>
              <a:buChar char="•"/>
            </a:pPr>
            <a:r>
              <a:rPr lang="es-ES" sz="2400" b="0" i="0" dirty="0">
                <a:solidFill>
                  <a:schemeClr val="bg1"/>
                </a:solidFill>
                <a:effectLst/>
                <a:latin typeface="Lufga" panose="020B0604020202020204" charset="0"/>
              </a:rPr>
              <a:t>Le </a:t>
            </a:r>
            <a:r>
              <a:rPr lang="es-ES" sz="2400" b="0" i="0" dirty="0">
                <a:solidFill>
                  <a:schemeClr val="accent3"/>
                </a:solidFill>
                <a:effectLst/>
                <a:latin typeface="Lufga" panose="020B0604020202020204" charset="0"/>
              </a:rPr>
              <a:t>digo</a:t>
            </a:r>
            <a:r>
              <a:rPr lang="es-ES" sz="2400" b="0" i="0" dirty="0">
                <a:solidFill>
                  <a:schemeClr val="bg1"/>
                </a:solidFill>
                <a:effectLst/>
                <a:latin typeface="Lufga" panose="020B0604020202020204" charset="0"/>
              </a:rPr>
              <a:t> que me quite las pizzas si tiene piña</a:t>
            </a:r>
          </a:p>
          <a:p>
            <a:pPr marL="342900" indent="-342900" algn="l">
              <a:spcBef>
                <a:spcPts val="300"/>
              </a:spcBef>
              <a:buFont typeface="Arial" panose="020B0604020202020204" pitchFamily="34" charset="0"/>
              <a:buChar char="•"/>
            </a:pPr>
            <a:r>
              <a:rPr lang="es-ES" sz="2400" b="0" i="0" dirty="0">
                <a:solidFill>
                  <a:schemeClr val="bg1"/>
                </a:solidFill>
                <a:effectLst/>
                <a:latin typeface="Lufga" panose="020B0604020202020204" charset="0"/>
              </a:rPr>
              <a:t>Le puedo </a:t>
            </a:r>
            <a:r>
              <a:rPr lang="es-ES" sz="2400" b="0" i="0" dirty="0">
                <a:solidFill>
                  <a:schemeClr val="accent3"/>
                </a:solidFill>
                <a:effectLst/>
                <a:latin typeface="Lufga" panose="020B0604020202020204" charset="0"/>
              </a:rPr>
              <a:t>decir</a:t>
            </a:r>
            <a:r>
              <a:rPr lang="es-ES" sz="2400" b="0" i="0" dirty="0">
                <a:solidFill>
                  <a:schemeClr val="bg1"/>
                </a:solidFill>
                <a:effectLst/>
                <a:latin typeface="Lufga" panose="020B0604020202020204" charset="0"/>
              </a:rPr>
              <a:t> que me añada las ultimas dos otra vez, que se me olvidaron</a:t>
            </a:r>
          </a:p>
          <a:p>
            <a:pPr marL="342900" indent="-342900" algn="l">
              <a:spcBef>
                <a:spcPts val="300"/>
              </a:spcBef>
              <a:buFont typeface="Arial" panose="020B0604020202020204" pitchFamily="34" charset="0"/>
              <a:buChar char="•"/>
            </a:pPr>
            <a:r>
              <a:rPr lang="es-ES" dirty="0">
                <a:solidFill>
                  <a:schemeClr val="bg1"/>
                </a:solidFill>
                <a:latin typeface="Lufga" panose="020B0604020202020204" charset="0"/>
              </a:rPr>
              <a:t>Le </a:t>
            </a:r>
            <a:r>
              <a:rPr lang="es-ES" dirty="0">
                <a:solidFill>
                  <a:schemeClr val="accent3"/>
                </a:solidFill>
                <a:latin typeface="Lufga" panose="020B0604020202020204" charset="0"/>
              </a:rPr>
              <a:t>digo</a:t>
            </a:r>
            <a:r>
              <a:rPr lang="es-ES" dirty="0">
                <a:solidFill>
                  <a:schemeClr val="bg1"/>
                </a:solidFill>
                <a:latin typeface="Lufga" panose="020B0604020202020204" charset="0"/>
              </a:rPr>
              <a:t> que me quite una pizza que no me da el dinero</a:t>
            </a:r>
            <a:endParaRPr lang="es-ES" sz="2400" b="0" i="0" dirty="0">
              <a:solidFill>
                <a:schemeClr val="bg1"/>
              </a:solidFill>
              <a:effectLst/>
              <a:latin typeface="Lufga" panose="020B0604020202020204" charset="0"/>
            </a:endParaRPr>
          </a:p>
        </p:txBody>
      </p:sp>
      <p:sp>
        <p:nvSpPr>
          <p:cNvPr id="6" name="Rectangle: Rounded Corners 74">
            <a:extLst>
              <a:ext uri="{FF2B5EF4-FFF2-40B4-BE49-F238E27FC236}">
                <a16:creationId xmlns:a16="http://schemas.microsoft.com/office/drawing/2014/main" id="{B537644A-9F78-8D7E-0460-A05CBB7C58E7}"/>
              </a:ext>
            </a:extLst>
          </p:cNvPr>
          <p:cNvSpPr/>
          <p:nvPr/>
        </p:nvSpPr>
        <p:spPr>
          <a:xfrm>
            <a:off x="6895753" y="1414699"/>
            <a:ext cx="4287077" cy="650267"/>
          </a:xfrm>
          <a:prstGeom prst="roundRect">
            <a:avLst>
              <a:gd name="adj" fmla="val 50000"/>
            </a:avLst>
          </a:prstGeom>
          <a:gradFill flip="none" rotWithShape="1">
            <a:gsLst>
              <a:gs pos="40000">
                <a:srgbClr val="49C5B1"/>
              </a:gs>
              <a:gs pos="5000">
                <a:srgbClr val="8DE971"/>
              </a:gs>
            </a:gsLst>
            <a:path path="circle">
              <a:fillToRect l="100000" t="100000"/>
            </a:path>
            <a:tileRect r="-100000" b="-100000"/>
          </a:gradFill>
          <a:ln>
            <a:noFill/>
            <a:headEnd type="none" w="med" len="med"/>
            <a:tailEnd type="none" w="med" len="med"/>
          </a:ln>
          <a:effectLst>
            <a:outerShdw blurRad="63500" dist="1270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5000"/>
              </a:lnSpc>
              <a:spcBef>
                <a:spcPct val="0"/>
              </a:spcBef>
              <a:spcAft>
                <a:spcPct val="0"/>
              </a:spcAft>
              <a:buClrTx/>
              <a:buSzTx/>
              <a:buFontTx/>
              <a:buNone/>
              <a:tabLst/>
              <a:defRPr/>
            </a:pPr>
            <a:r>
              <a:rPr lang="en-CA" sz="2400" b="1" dirty="0">
                <a:ln w="3175">
                  <a:noFill/>
                </a:ln>
                <a:solidFill>
                  <a:schemeClr val="bg1"/>
                </a:solidFill>
                <a:latin typeface="Lufga" panose="020B0604020202020204" charset="0"/>
                <a:cs typeface="Segoe UI" pitchFamily="34" charset="0"/>
              </a:rPr>
              <a:t>Mi </a:t>
            </a:r>
            <a:r>
              <a:rPr lang="en-CA" sz="2400" b="1" dirty="0" err="1">
                <a:ln w="3175">
                  <a:noFill/>
                </a:ln>
                <a:solidFill>
                  <a:schemeClr val="accent3"/>
                </a:solidFill>
                <a:latin typeface="Lufga" panose="020B0604020202020204" charset="0"/>
                <a:cs typeface="Segoe UI" pitchFamily="34" charset="0"/>
              </a:rPr>
              <a:t>pizzer</a:t>
            </a:r>
            <a:r>
              <a:rPr lang="en-CA" sz="2400" b="1" u="sng" dirty="0" err="1">
                <a:ln w="3175">
                  <a:noFill/>
                </a:ln>
                <a:solidFill>
                  <a:schemeClr val="accent3"/>
                </a:solidFill>
                <a:latin typeface="Lufga" panose="020B0604020202020204" charset="0"/>
                <a:cs typeface="Segoe UI" pitchFamily="34" charset="0"/>
              </a:rPr>
              <a:t>IA</a:t>
            </a:r>
            <a:endParaRPr kumimoji="0" lang="en-CA" sz="2400" b="1" i="0" u="sng" strike="noStrike" kern="1200" cap="none" spc="0" normalizeH="0" baseline="0" noProof="0" dirty="0">
              <a:ln w="3175">
                <a:noFill/>
              </a:ln>
              <a:solidFill>
                <a:schemeClr val="accent3"/>
              </a:solidFill>
              <a:effectLst/>
              <a:uLnTx/>
              <a:uFillTx/>
              <a:latin typeface="Lufga" panose="020B0604020202020204" charset="0"/>
              <a:cs typeface="Segoe UI" pitchFamily="34" charset="0"/>
            </a:endParaRPr>
          </a:p>
        </p:txBody>
      </p:sp>
      <p:sp>
        <p:nvSpPr>
          <p:cNvPr id="7" name="TextBox 6">
            <a:extLst>
              <a:ext uri="{FF2B5EF4-FFF2-40B4-BE49-F238E27FC236}">
                <a16:creationId xmlns:a16="http://schemas.microsoft.com/office/drawing/2014/main" id="{0E343D06-1059-AABC-0D05-2D4E4A9C3667}"/>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227063504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15664-657F-916D-8731-E36F1D256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C4D40-9F4A-6124-7BB9-B68C5E0EA938}"/>
              </a:ext>
            </a:extLst>
          </p:cNvPr>
          <p:cNvSpPr txBox="1">
            <a:spLocks/>
          </p:cNvSpPr>
          <p:nvPr/>
        </p:nvSpPr>
        <p:spPr>
          <a:xfrm>
            <a:off x="1452880" y="1997839"/>
            <a:ext cx="9286240" cy="286232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gn="ctr" defTabSz="914367" fontAlgn="base">
              <a:spcAft>
                <a:spcPct val="0"/>
              </a:spcAft>
              <a:defRPr/>
            </a:pPr>
            <a:r>
              <a:rPr lang="es-ES" sz="6000" dirty="0">
                <a:solidFill>
                  <a:schemeClr val="bg1"/>
                </a:solidFill>
                <a:latin typeface="Lufga" panose="020B0604020202020204" charset="0"/>
                <a:cs typeface="Segoe UI"/>
              </a:rPr>
              <a:t>¿Como convierto mi </a:t>
            </a:r>
            <a:r>
              <a:rPr lang="es-ES" sz="6000" dirty="0" err="1">
                <a:solidFill>
                  <a:schemeClr val="bg1"/>
                </a:solidFill>
                <a:latin typeface="Lufga" panose="020B0604020202020204" charset="0"/>
                <a:cs typeface="Segoe UI"/>
              </a:rPr>
              <a:t>aplicacion</a:t>
            </a:r>
            <a:r>
              <a:rPr lang="es-ES" sz="6000" dirty="0">
                <a:solidFill>
                  <a:schemeClr val="bg1"/>
                </a:solidFill>
                <a:latin typeface="Lufga" panose="020B0604020202020204" charset="0"/>
                <a:cs typeface="Segoe UI"/>
              </a:rPr>
              <a:t> </a:t>
            </a:r>
            <a:r>
              <a:rPr lang="es-ES" sz="6000" b="1" spc="0" dirty="0">
                <a:ln>
                  <a:noFill/>
                </a:ln>
                <a:solidFill>
                  <a:schemeClr val="accent3"/>
                </a:solidFill>
                <a:latin typeface="Lufga" panose="020B0604020202020204" charset="0"/>
                <a:cs typeface="+mn-cs"/>
              </a:rPr>
              <a:t>tonta</a:t>
            </a:r>
            <a:r>
              <a:rPr lang="es-ES" sz="6000" dirty="0">
                <a:solidFill>
                  <a:schemeClr val="bg1"/>
                </a:solidFill>
                <a:latin typeface="Lufga" panose="020B0604020202020204" charset="0"/>
                <a:cs typeface="Segoe UI"/>
              </a:rPr>
              <a:t> en </a:t>
            </a:r>
            <a:r>
              <a:rPr lang="es-ES" sz="6000" b="1" spc="0" dirty="0">
                <a:ln>
                  <a:noFill/>
                </a:ln>
                <a:solidFill>
                  <a:schemeClr val="accent3"/>
                </a:solidFill>
                <a:latin typeface="Lufga" panose="020B0604020202020204" charset="0"/>
                <a:cs typeface="+mn-cs"/>
              </a:rPr>
              <a:t>inteligente</a:t>
            </a:r>
            <a:r>
              <a:rPr lang="es-ES" sz="6000" dirty="0">
                <a:solidFill>
                  <a:schemeClr val="bg1"/>
                </a:solidFill>
                <a:latin typeface="Lufga" panose="020B0604020202020204" charset="0"/>
                <a:cs typeface="Segoe UI"/>
              </a:rPr>
              <a:t>? </a:t>
            </a:r>
            <a:endParaRPr lang="es-ES" sz="6000" dirty="0">
              <a:solidFill>
                <a:schemeClr val="bg1"/>
              </a:solidFill>
              <a:latin typeface="Lufga" panose="020B0604020202020204" charset="0"/>
            </a:endParaRPr>
          </a:p>
        </p:txBody>
      </p:sp>
      <p:sp>
        <p:nvSpPr>
          <p:cNvPr id="3" name="TextBox 2">
            <a:extLst>
              <a:ext uri="{FF2B5EF4-FFF2-40B4-BE49-F238E27FC236}">
                <a16:creationId xmlns:a16="http://schemas.microsoft.com/office/drawing/2014/main" id="{C7266B2E-E9F2-1FC1-8245-EF9E026BFC4C}"/>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41111947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5FFC2-9C52-C389-0780-EC414504A3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F171-2D14-4569-9DAB-25D0B732637B}"/>
              </a:ext>
            </a:extLst>
          </p:cNvPr>
          <p:cNvSpPr txBox="1"/>
          <p:nvPr/>
        </p:nvSpPr>
        <p:spPr>
          <a:xfrm>
            <a:off x="2146913" y="3645825"/>
            <a:ext cx="8889681" cy="1323439"/>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CA" sz="8000" b="0" i="0" u="none" strike="noStrike" kern="1200" cap="none" spc="-50" normalizeH="0" baseline="0" noProof="0" dirty="0">
                <a:ln w="3175">
                  <a:noFill/>
                </a:ln>
                <a:solidFill>
                  <a:schemeClr val="bg1"/>
                </a:solidFill>
                <a:effectLst/>
                <a:uLnTx/>
                <a:uFillTx/>
                <a:latin typeface="Lufga" panose="020B0604020202020204" charset="0"/>
                <a:cs typeface="Segoe UI" pitchFamily="34" charset="0"/>
              </a:rPr>
              <a:t>Semantic Kernel</a:t>
            </a:r>
          </a:p>
        </p:txBody>
      </p:sp>
      <p:pic>
        <p:nvPicPr>
          <p:cNvPr id="3" name="Picture 2" descr="Semantic Kernel's new icon and the art of teamwork | Semantic Kernel">
            <a:extLst>
              <a:ext uri="{FF2B5EF4-FFF2-40B4-BE49-F238E27FC236}">
                <a16:creationId xmlns:a16="http://schemas.microsoft.com/office/drawing/2014/main" id="{8CF196E6-EBB6-78D6-13F1-30DFCF5324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8399" y="1349188"/>
            <a:ext cx="2079812" cy="20798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9F5041-A66B-48A2-6C4B-4D6B706723CC}"/>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90260238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D876A-32AC-B23E-4402-4ED79D8384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77CA3D7-2E77-813B-8FF7-FC8A03A31925}"/>
              </a:ext>
            </a:extLst>
          </p:cNvPr>
          <p:cNvSpPr txBox="1"/>
          <p:nvPr/>
        </p:nvSpPr>
        <p:spPr>
          <a:xfrm>
            <a:off x="1194492" y="1230210"/>
            <a:ext cx="9803015" cy="4154984"/>
          </a:xfrm>
          <a:prstGeom prst="rect">
            <a:avLst/>
          </a:prstGeom>
          <a:noFill/>
        </p:spPr>
        <p:txBody>
          <a:bodyPr wrap="square">
            <a:spAutoFit/>
          </a:bodyPr>
          <a:lstStyle/>
          <a:p>
            <a:pPr lvl="0" defTabSz="914367">
              <a:defRPr/>
            </a:pPr>
            <a:r>
              <a:rPr lang="es-ES" sz="4400" b="1" dirty="0" err="1">
                <a:solidFill>
                  <a:schemeClr val="accent3"/>
                </a:solidFill>
                <a:latin typeface="Segoe UI Semibold"/>
              </a:rPr>
              <a:t>Semantic</a:t>
            </a:r>
            <a:r>
              <a:rPr lang="es-ES" sz="4400" b="1" dirty="0">
                <a:solidFill>
                  <a:schemeClr val="accent3"/>
                </a:solidFill>
                <a:latin typeface="Segoe UI Semibold"/>
              </a:rPr>
              <a:t> </a:t>
            </a:r>
            <a:r>
              <a:rPr lang="es-ES" sz="4400" b="1" dirty="0" err="1">
                <a:solidFill>
                  <a:schemeClr val="accent3"/>
                </a:solidFill>
                <a:latin typeface="Segoe UI Semibold"/>
              </a:rPr>
              <a:t>Kernel</a:t>
            </a:r>
            <a:r>
              <a:rPr lang="es-ES" sz="4400" b="1" dirty="0">
                <a:solidFill>
                  <a:schemeClr val="accent3"/>
                </a:solidFill>
                <a:latin typeface="Segoe UI Semibold"/>
              </a:rPr>
              <a:t> </a:t>
            </a:r>
            <a:r>
              <a:rPr lang="es-ES" sz="4400" b="1" dirty="0">
                <a:solidFill>
                  <a:schemeClr val="bg1"/>
                </a:solidFill>
                <a:latin typeface="Segoe UI Semibold"/>
              </a:rPr>
              <a:t>es un </a:t>
            </a:r>
            <a:r>
              <a:rPr lang="es-ES" sz="4400" b="1" dirty="0">
                <a:solidFill>
                  <a:schemeClr val="accent3"/>
                </a:solidFill>
                <a:latin typeface="Segoe UI Semibold"/>
              </a:rPr>
              <a:t>kit</a:t>
            </a:r>
            <a:r>
              <a:rPr lang="es-ES" sz="4400" b="1" dirty="0">
                <a:solidFill>
                  <a:schemeClr val="bg1"/>
                </a:solidFill>
                <a:latin typeface="Segoe UI Semibold"/>
              </a:rPr>
              <a:t> de desarrollo ligero y de </a:t>
            </a:r>
            <a:r>
              <a:rPr lang="es-ES" sz="4400" b="1" dirty="0">
                <a:solidFill>
                  <a:schemeClr val="accent3"/>
                </a:solidFill>
                <a:latin typeface="Segoe UI Semibold"/>
              </a:rPr>
              <a:t>código abierto </a:t>
            </a:r>
            <a:r>
              <a:rPr lang="es-ES" sz="4400" b="1" dirty="0">
                <a:solidFill>
                  <a:schemeClr val="bg1"/>
                </a:solidFill>
                <a:latin typeface="Segoe UI Semibold"/>
              </a:rPr>
              <a:t>que le permite crear fácilmente </a:t>
            </a:r>
            <a:r>
              <a:rPr lang="es-ES" sz="4400" b="1" dirty="0">
                <a:solidFill>
                  <a:schemeClr val="accent3"/>
                </a:solidFill>
                <a:latin typeface="Segoe UI Semibold"/>
              </a:rPr>
              <a:t>agentes</a:t>
            </a:r>
            <a:r>
              <a:rPr lang="es-ES" sz="4400" b="1" dirty="0">
                <a:solidFill>
                  <a:schemeClr val="bg1"/>
                </a:solidFill>
                <a:latin typeface="Segoe UI Semibold"/>
              </a:rPr>
              <a:t> de </a:t>
            </a:r>
            <a:r>
              <a:rPr lang="es-ES" sz="4400" b="1" dirty="0">
                <a:solidFill>
                  <a:schemeClr val="accent3"/>
                </a:solidFill>
                <a:latin typeface="Segoe UI Semibold"/>
              </a:rPr>
              <a:t>inteligencia artificial </a:t>
            </a:r>
            <a:r>
              <a:rPr lang="es-ES" sz="4400" b="1" dirty="0">
                <a:solidFill>
                  <a:schemeClr val="bg1"/>
                </a:solidFill>
                <a:latin typeface="Segoe UI Semibold"/>
              </a:rPr>
              <a:t>e integrar los modelos de </a:t>
            </a:r>
            <a:r>
              <a:rPr lang="es-ES" sz="4400" b="1" dirty="0">
                <a:solidFill>
                  <a:schemeClr val="accent3"/>
                </a:solidFill>
                <a:latin typeface="Segoe UI Semibold"/>
              </a:rPr>
              <a:t>IA</a:t>
            </a:r>
            <a:r>
              <a:rPr lang="es-ES" sz="4400" b="1" dirty="0">
                <a:solidFill>
                  <a:schemeClr val="bg1"/>
                </a:solidFill>
                <a:latin typeface="Segoe UI Semibold"/>
              </a:rPr>
              <a:t> más recientes. </a:t>
            </a:r>
            <a:endParaRPr kumimoji="0" lang="en-US" sz="4400" b="1" i="0" u="none" strike="noStrike" kern="1200" cap="none" spc="0" normalizeH="0" baseline="0" noProof="0" dirty="0">
              <a:ln>
                <a:noFill/>
              </a:ln>
              <a:solidFill>
                <a:schemeClr val="bg1"/>
              </a:solidFill>
              <a:effectLst/>
              <a:uLnTx/>
              <a:uFillTx/>
              <a:latin typeface="Segoe UI Semibold"/>
            </a:endParaRPr>
          </a:p>
        </p:txBody>
      </p:sp>
      <p:sp>
        <p:nvSpPr>
          <p:cNvPr id="3" name="TextBox 2">
            <a:extLst>
              <a:ext uri="{FF2B5EF4-FFF2-40B4-BE49-F238E27FC236}">
                <a16:creationId xmlns:a16="http://schemas.microsoft.com/office/drawing/2014/main" id="{ADB604CA-A7A6-859D-29D9-C8F5B928653F}"/>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25001007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CA9C3-CFE7-3B9D-7DDB-3719F03745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B8E2EB0-8CE0-D728-EF1D-8314103143A8}"/>
              </a:ext>
            </a:extLst>
          </p:cNvPr>
          <p:cNvSpPr txBox="1"/>
          <p:nvPr/>
        </p:nvSpPr>
        <p:spPr>
          <a:xfrm>
            <a:off x="6630597" y="906626"/>
            <a:ext cx="5089766" cy="4832092"/>
          </a:xfrm>
          <a:prstGeom prst="rect">
            <a:avLst/>
          </a:prstGeom>
          <a:noFill/>
        </p:spPr>
        <p:txBody>
          <a:bodyPr wrap="square">
            <a:spAutoFit/>
          </a:bodyPr>
          <a:lstStyle/>
          <a:p>
            <a:pPr lvl="0" defTabSz="914367">
              <a:defRPr/>
            </a:pPr>
            <a:r>
              <a:rPr lang="es-ES" sz="4400" b="1" dirty="0">
                <a:solidFill>
                  <a:schemeClr val="bg1"/>
                </a:solidFill>
                <a:latin typeface="Lufga" panose="020B0604020202020204" charset="0"/>
              </a:rPr>
              <a:t>Sirve como un </a:t>
            </a:r>
            <a:r>
              <a:rPr lang="es-ES" sz="4400" b="1" dirty="0">
                <a:solidFill>
                  <a:schemeClr val="accent3"/>
                </a:solidFill>
                <a:latin typeface="Lufga" panose="020B0604020202020204" charset="0"/>
              </a:rPr>
              <a:t>middleware</a:t>
            </a:r>
            <a:r>
              <a:rPr lang="es-ES" sz="4400" b="1" dirty="0">
                <a:solidFill>
                  <a:schemeClr val="bg1"/>
                </a:solidFill>
                <a:latin typeface="Lufga" panose="020B0604020202020204" charset="0"/>
              </a:rPr>
              <a:t> eficaz que permite la </a:t>
            </a:r>
            <a:r>
              <a:rPr lang="es-ES" sz="4400" b="1" dirty="0">
                <a:solidFill>
                  <a:schemeClr val="accent3"/>
                </a:solidFill>
                <a:latin typeface="Lufga" panose="020B0604020202020204" charset="0"/>
              </a:rPr>
              <a:t>entrega rápida </a:t>
            </a:r>
            <a:r>
              <a:rPr lang="es-ES" sz="4400" b="1" dirty="0">
                <a:solidFill>
                  <a:schemeClr val="bg1"/>
                </a:solidFill>
                <a:latin typeface="Lufga" panose="020B0604020202020204" charset="0"/>
              </a:rPr>
              <a:t>de soluciones de </a:t>
            </a:r>
            <a:r>
              <a:rPr lang="es-ES" sz="4400" b="1" dirty="0">
                <a:solidFill>
                  <a:schemeClr val="accent3"/>
                </a:solidFill>
                <a:latin typeface="Lufga" panose="020B0604020202020204" charset="0"/>
              </a:rPr>
              <a:t>nivel empresarial</a:t>
            </a:r>
            <a:r>
              <a:rPr lang="es-ES" sz="4400" b="1" dirty="0">
                <a:solidFill>
                  <a:schemeClr val="bg1"/>
                </a:solidFill>
                <a:latin typeface="Lufga" panose="020B0604020202020204" charset="0"/>
              </a:rPr>
              <a:t>.</a:t>
            </a:r>
            <a:endParaRPr kumimoji="0" lang="en-US" sz="4400" b="1" i="0" u="none" strike="noStrike" kern="1200" cap="none" spc="0" normalizeH="0" baseline="0" noProof="0" dirty="0">
              <a:ln>
                <a:noFill/>
              </a:ln>
              <a:solidFill>
                <a:schemeClr val="bg1"/>
              </a:solidFill>
              <a:effectLst/>
              <a:uLnTx/>
              <a:uFillTx/>
              <a:latin typeface="Lufga" panose="020B0604020202020204" charset="0"/>
            </a:endParaRPr>
          </a:p>
        </p:txBody>
      </p:sp>
      <p:pic>
        <p:nvPicPr>
          <p:cNvPr id="3" name="Picture 2" descr="Imagen de introducción">
            <a:extLst>
              <a:ext uri="{FF2B5EF4-FFF2-40B4-BE49-F238E27FC236}">
                <a16:creationId xmlns:a16="http://schemas.microsoft.com/office/drawing/2014/main" id="{0543FC5B-5EE6-7C47-0847-C1EC1812E2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915" y="830074"/>
            <a:ext cx="5344085" cy="498519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F6DB858-60BA-ECE1-43E9-8490C3525E1C}"/>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16024208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F9DB2-9653-088A-A329-5F6909112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B81B1-1CB7-C47B-97A0-FB4AA4D1A7A1}"/>
              </a:ext>
            </a:extLst>
          </p:cNvPr>
          <p:cNvSpPr txBox="1">
            <a:spLocks/>
          </p:cNvSpPr>
          <p:nvPr/>
        </p:nvSpPr>
        <p:spPr>
          <a:xfrm>
            <a:off x="1452880" y="2675112"/>
            <a:ext cx="9286240" cy="110799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gn="ctr" defTabSz="914367" fontAlgn="base">
              <a:spcAft>
                <a:spcPct val="0"/>
              </a:spcAft>
              <a:defRPr/>
            </a:pPr>
            <a:r>
              <a:rPr lang="en-US" sz="7200" dirty="0">
                <a:solidFill>
                  <a:schemeClr val="bg1"/>
                </a:solidFill>
                <a:latin typeface="Lufga" panose="020B0604020202020204" charset="0"/>
                <a:cs typeface="Segoe UI"/>
              </a:rPr>
              <a:t>¿Y </a:t>
            </a:r>
            <a:r>
              <a:rPr lang="en-US" sz="7200" dirty="0" err="1">
                <a:solidFill>
                  <a:schemeClr val="bg1"/>
                </a:solidFill>
                <a:latin typeface="Lufga" panose="020B0604020202020204" charset="0"/>
                <a:cs typeface="Segoe UI"/>
              </a:rPr>
              <a:t>si</a:t>
            </a:r>
            <a:r>
              <a:rPr lang="en-US" sz="7200" dirty="0">
                <a:solidFill>
                  <a:schemeClr val="bg1"/>
                </a:solidFill>
                <a:latin typeface="Lufga" panose="020B0604020202020204" charset="0"/>
                <a:cs typeface="Segoe UI"/>
              </a:rPr>
              <a:t> </a:t>
            </a:r>
            <a:r>
              <a:rPr lang="en-US" sz="7200" dirty="0" err="1">
                <a:solidFill>
                  <a:schemeClr val="accent3"/>
                </a:solidFill>
                <a:latin typeface="Lufga" panose="020B0604020202020204" charset="0"/>
                <a:cs typeface="Segoe UI"/>
              </a:rPr>
              <a:t>programamos</a:t>
            </a:r>
            <a:r>
              <a:rPr lang="en-US" sz="7200" dirty="0">
                <a:solidFill>
                  <a:schemeClr val="bg1"/>
                </a:solidFill>
                <a:latin typeface="Lufga" panose="020B0604020202020204" charset="0"/>
                <a:cs typeface="Segoe UI"/>
              </a:rPr>
              <a:t>?</a:t>
            </a:r>
            <a:endParaRPr lang="en-US" sz="7200" dirty="0">
              <a:solidFill>
                <a:schemeClr val="bg1"/>
              </a:solidFill>
              <a:latin typeface="Lufga" panose="020B0604020202020204" charset="0"/>
            </a:endParaRPr>
          </a:p>
        </p:txBody>
      </p:sp>
      <p:sp>
        <p:nvSpPr>
          <p:cNvPr id="3" name="TextBox 2">
            <a:extLst>
              <a:ext uri="{FF2B5EF4-FFF2-40B4-BE49-F238E27FC236}">
                <a16:creationId xmlns:a16="http://schemas.microsoft.com/office/drawing/2014/main" id="{D79EFA9B-D2D0-7774-309C-D46D6A2AE555}"/>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latin typeface="Lufga" panose="020B0604020202020204" charset="0"/>
            </a:endParaRPr>
          </a:p>
        </p:txBody>
      </p:sp>
    </p:spTree>
    <p:extLst>
      <p:ext uri="{BB962C8B-B14F-4D97-AF65-F5344CB8AC3E}">
        <p14:creationId xmlns:p14="http://schemas.microsoft.com/office/powerpoint/2010/main" val="288308356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BA950-7ACD-614D-D551-754142EECD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E2E12A-56E4-A604-9F64-8C495730853F}"/>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latin typeface="Lufga" panose="020B0604020202020204" charset="0"/>
            </a:endParaRPr>
          </a:p>
        </p:txBody>
      </p:sp>
      <p:sp>
        <p:nvSpPr>
          <p:cNvPr id="4" name="TextBox 11">
            <a:extLst>
              <a:ext uri="{FF2B5EF4-FFF2-40B4-BE49-F238E27FC236}">
                <a16:creationId xmlns:a16="http://schemas.microsoft.com/office/drawing/2014/main" id="{3D432ED4-6702-BBB1-CCAC-8115CB065C1B}"/>
              </a:ext>
            </a:extLst>
          </p:cNvPr>
          <p:cNvSpPr txBox="1"/>
          <p:nvPr/>
        </p:nvSpPr>
        <p:spPr>
          <a:xfrm>
            <a:off x="464583" y="2344546"/>
            <a:ext cx="11262834" cy="3477875"/>
          </a:xfrm>
          <a:prstGeom prst="rect">
            <a:avLst/>
          </a:prstGeom>
          <a:noFill/>
        </p:spPr>
        <p:txBody>
          <a:bodyPr wrap="square">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4367">
              <a:defRPr/>
            </a:pPr>
            <a:r>
              <a:rPr lang="es-ES" sz="4400" b="0" i="0" dirty="0">
                <a:solidFill>
                  <a:srgbClr val="E6E6E6"/>
                </a:solidFill>
                <a:effectLst/>
                <a:latin typeface="Lufga" panose="020B0604020202020204" charset="0"/>
              </a:rPr>
              <a:t>En su forma más sencilla, el </a:t>
            </a:r>
            <a:r>
              <a:rPr lang="es-ES" sz="4400" b="0" i="0" dirty="0" err="1">
                <a:solidFill>
                  <a:srgbClr val="E6E6E6"/>
                </a:solidFill>
                <a:effectLst/>
                <a:latin typeface="Lufga" panose="020B0604020202020204" charset="0"/>
              </a:rPr>
              <a:t>kernel</a:t>
            </a:r>
            <a:r>
              <a:rPr lang="es-ES" sz="4400" b="0" i="0" dirty="0">
                <a:solidFill>
                  <a:srgbClr val="E6E6E6"/>
                </a:solidFill>
                <a:effectLst/>
                <a:latin typeface="Lufga" panose="020B0604020202020204" charset="0"/>
              </a:rPr>
              <a:t> es un </a:t>
            </a:r>
            <a:r>
              <a:rPr lang="es-ES" sz="4400" b="1" dirty="0">
                <a:solidFill>
                  <a:schemeClr val="accent3"/>
                </a:solidFill>
                <a:latin typeface="Lufga" panose="020B0604020202020204" charset="0"/>
              </a:rPr>
              <a:t>contenedor de inserción de dependencias </a:t>
            </a:r>
            <a:r>
              <a:rPr lang="es-ES" sz="4400" b="0" i="0" dirty="0">
                <a:solidFill>
                  <a:srgbClr val="E6E6E6"/>
                </a:solidFill>
                <a:effectLst/>
                <a:latin typeface="Lufga" panose="020B0604020202020204" charset="0"/>
              </a:rPr>
              <a:t>que administra todos los </a:t>
            </a:r>
            <a:r>
              <a:rPr lang="es-ES" sz="4400" b="1" dirty="0">
                <a:solidFill>
                  <a:schemeClr val="accent3"/>
                </a:solidFill>
                <a:latin typeface="Lufga" panose="020B0604020202020204" charset="0"/>
              </a:rPr>
              <a:t>servicios</a:t>
            </a:r>
            <a:r>
              <a:rPr lang="es-ES" sz="4400" b="0" i="0" dirty="0">
                <a:solidFill>
                  <a:srgbClr val="E6E6E6"/>
                </a:solidFill>
                <a:effectLst/>
                <a:latin typeface="Lufga" panose="020B0604020202020204" charset="0"/>
              </a:rPr>
              <a:t> y </a:t>
            </a:r>
            <a:r>
              <a:rPr lang="es-ES" sz="4400" b="1" dirty="0">
                <a:solidFill>
                  <a:schemeClr val="accent3"/>
                </a:solidFill>
                <a:latin typeface="Lufga" panose="020B0604020202020204" charset="0"/>
              </a:rPr>
              <a:t>complementos</a:t>
            </a:r>
            <a:r>
              <a:rPr lang="es-ES" sz="4400" b="0" i="0" dirty="0">
                <a:solidFill>
                  <a:srgbClr val="E6E6E6"/>
                </a:solidFill>
                <a:effectLst/>
                <a:latin typeface="Lufga" panose="020B0604020202020204" charset="0"/>
              </a:rPr>
              <a:t> necesarios para ejecutar la aplicación de </a:t>
            </a:r>
            <a:r>
              <a:rPr lang="es-ES" sz="4400" b="1" dirty="0">
                <a:solidFill>
                  <a:schemeClr val="accent3"/>
                </a:solidFill>
                <a:latin typeface="Lufga" panose="020B0604020202020204" charset="0"/>
              </a:rPr>
              <a:t>IA</a:t>
            </a:r>
            <a:r>
              <a:rPr lang="es-ES" sz="4400" b="1" dirty="0">
                <a:solidFill>
                  <a:schemeClr val="bg1"/>
                </a:solidFill>
                <a:latin typeface="Lufga" panose="020B0604020202020204" charset="0"/>
              </a:rPr>
              <a:t>.</a:t>
            </a:r>
            <a:endParaRPr kumimoji="0" lang="en-US" sz="4400" b="1" i="0" u="none" strike="noStrike" kern="1200" cap="none" spc="0" normalizeH="0" baseline="0" noProof="0" dirty="0">
              <a:ln>
                <a:noFill/>
              </a:ln>
              <a:solidFill>
                <a:schemeClr val="bg1"/>
              </a:solidFill>
              <a:effectLst/>
              <a:uLnTx/>
              <a:uFillTx/>
              <a:latin typeface="Lufga" panose="020B0604020202020204" charset="0"/>
            </a:endParaRPr>
          </a:p>
        </p:txBody>
      </p:sp>
      <p:sp>
        <p:nvSpPr>
          <p:cNvPr id="5" name="TextBox 12">
            <a:extLst>
              <a:ext uri="{FF2B5EF4-FFF2-40B4-BE49-F238E27FC236}">
                <a16:creationId xmlns:a16="http://schemas.microsoft.com/office/drawing/2014/main" id="{DF1AC5E8-4F67-C311-392F-2C1432BA7307}"/>
              </a:ext>
            </a:extLst>
          </p:cNvPr>
          <p:cNvSpPr txBox="1"/>
          <p:nvPr/>
        </p:nvSpPr>
        <p:spPr>
          <a:xfrm>
            <a:off x="2025824" y="788268"/>
            <a:ext cx="8140352" cy="1323439"/>
          </a:xfrm>
          <a:prstGeom prst="rect">
            <a:avLst/>
          </a:prstGeom>
          <a:noFill/>
        </p:spPr>
        <p:txBody>
          <a:bodyPr wrap="square">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CA" sz="8000" b="0" i="0" u="none" strike="noStrike" kern="1200" cap="none" spc="-50" normalizeH="0" baseline="0" noProof="0" dirty="0">
                <a:ln w="3175">
                  <a:noFill/>
                </a:ln>
                <a:solidFill>
                  <a:schemeClr val="bg1"/>
                </a:solidFill>
                <a:effectLst/>
                <a:uLnTx/>
                <a:uFillTx/>
                <a:latin typeface="Lufga" panose="020B0604020202020204" charset="0"/>
                <a:cs typeface="Segoe UI" pitchFamily="34" charset="0"/>
              </a:rPr>
              <a:t>¿Kernel?</a:t>
            </a:r>
          </a:p>
        </p:txBody>
      </p:sp>
    </p:spTree>
    <p:extLst>
      <p:ext uri="{BB962C8B-B14F-4D97-AF65-F5344CB8AC3E}">
        <p14:creationId xmlns:p14="http://schemas.microsoft.com/office/powerpoint/2010/main" val="198647309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7C5F-C2D4-E59F-30B0-6197FF43B7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689E6D-C665-F1F0-18D5-307048B5BBA8}"/>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
        <p:nvSpPr>
          <p:cNvPr id="2" name="TextBox 11">
            <a:extLst>
              <a:ext uri="{FF2B5EF4-FFF2-40B4-BE49-F238E27FC236}">
                <a16:creationId xmlns:a16="http://schemas.microsoft.com/office/drawing/2014/main" id="{49D5B4BD-B965-7E55-46DB-AF77CF933951}"/>
              </a:ext>
            </a:extLst>
          </p:cNvPr>
          <p:cNvSpPr txBox="1"/>
          <p:nvPr/>
        </p:nvSpPr>
        <p:spPr>
          <a:xfrm>
            <a:off x="858669" y="1245919"/>
            <a:ext cx="10474661" cy="4247317"/>
          </a:xfrm>
          <a:prstGeom prst="rect">
            <a:avLst/>
          </a:prstGeom>
          <a:noFill/>
        </p:spPr>
        <p:txBody>
          <a:bodyPr wrap="square">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4367">
              <a:defRPr/>
            </a:pPr>
            <a:r>
              <a:rPr lang="es-ES" sz="5400" b="0" i="0" dirty="0">
                <a:solidFill>
                  <a:srgbClr val="E6E6E6"/>
                </a:solidFill>
                <a:effectLst/>
                <a:latin typeface="Lufga" panose="020B0604020202020204" charset="0"/>
              </a:rPr>
              <a:t>Si proporciona todos los </a:t>
            </a:r>
            <a:r>
              <a:rPr lang="es-ES" sz="5400" b="1" dirty="0">
                <a:solidFill>
                  <a:schemeClr val="accent3"/>
                </a:solidFill>
                <a:latin typeface="Lufga" panose="020B0604020202020204" charset="0"/>
              </a:rPr>
              <a:t>servicios</a:t>
            </a:r>
            <a:r>
              <a:rPr lang="es-ES" sz="5400" b="0" i="0" dirty="0">
                <a:solidFill>
                  <a:srgbClr val="E6E6E6"/>
                </a:solidFill>
                <a:effectLst/>
                <a:latin typeface="Lufga" panose="020B0604020202020204" charset="0"/>
              </a:rPr>
              <a:t> y </a:t>
            </a:r>
            <a:r>
              <a:rPr lang="es-ES" sz="5400" b="1" dirty="0">
                <a:solidFill>
                  <a:schemeClr val="accent3"/>
                </a:solidFill>
                <a:latin typeface="Lufga" panose="020B0604020202020204" charset="0"/>
              </a:rPr>
              <a:t>complementos</a:t>
            </a:r>
            <a:r>
              <a:rPr lang="es-ES" sz="5400" b="0" i="0" dirty="0">
                <a:solidFill>
                  <a:srgbClr val="E6E6E6"/>
                </a:solidFill>
                <a:effectLst/>
                <a:latin typeface="Lufga" panose="020B0604020202020204" charset="0"/>
              </a:rPr>
              <a:t> al </a:t>
            </a:r>
            <a:r>
              <a:rPr lang="es-ES" sz="5400" b="1" dirty="0" err="1">
                <a:solidFill>
                  <a:schemeClr val="accent3"/>
                </a:solidFill>
                <a:latin typeface="Lufga" panose="020B0604020202020204" charset="0"/>
              </a:rPr>
              <a:t>kernel</a:t>
            </a:r>
            <a:r>
              <a:rPr lang="es-ES" sz="5400" b="0" i="0" dirty="0">
                <a:solidFill>
                  <a:srgbClr val="E6E6E6"/>
                </a:solidFill>
                <a:effectLst/>
                <a:latin typeface="Lufga" panose="020B0604020202020204" charset="0"/>
              </a:rPr>
              <a:t>, la inteligencia artificial los </a:t>
            </a:r>
            <a:r>
              <a:rPr lang="es-ES" sz="5400" b="1" dirty="0">
                <a:solidFill>
                  <a:schemeClr val="accent3"/>
                </a:solidFill>
                <a:latin typeface="Lufga" panose="020B0604020202020204" charset="0"/>
              </a:rPr>
              <a:t>usará</a:t>
            </a:r>
            <a:r>
              <a:rPr lang="es-ES" sz="5400" b="0" i="0" dirty="0">
                <a:solidFill>
                  <a:srgbClr val="E6E6E6"/>
                </a:solidFill>
                <a:effectLst/>
                <a:latin typeface="Lufga" panose="020B0604020202020204" charset="0"/>
              </a:rPr>
              <a:t> sin problemas según sea necesario.</a:t>
            </a:r>
            <a:endParaRPr kumimoji="0" lang="en-US" sz="5400" b="1" i="0" u="none" strike="noStrike" kern="1200" cap="none" spc="0" normalizeH="0" baseline="0" noProof="0" dirty="0">
              <a:ln>
                <a:noFill/>
              </a:ln>
              <a:effectLst/>
              <a:uLnTx/>
              <a:uFillTx/>
              <a:latin typeface="Lufga" panose="020B0604020202020204" charset="0"/>
            </a:endParaRPr>
          </a:p>
        </p:txBody>
      </p:sp>
    </p:spTree>
    <p:extLst>
      <p:ext uri="{BB962C8B-B14F-4D97-AF65-F5344CB8AC3E}">
        <p14:creationId xmlns:p14="http://schemas.microsoft.com/office/powerpoint/2010/main" val="427456126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89F8E-5059-773C-87A5-0078C129AA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DD6B99-6B58-CB4B-3D67-CB3790A08C43}"/>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grpSp>
        <p:nvGrpSpPr>
          <p:cNvPr id="2" name="Group 1">
            <a:extLst>
              <a:ext uri="{FF2B5EF4-FFF2-40B4-BE49-F238E27FC236}">
                <a16:creationId xmlns:a16="http://schemas.microsoft.com/office/drawing/2014/main" id="{39B72D8B-AEB4-653A-B5FE-631DB8E831B1}"/>
              </a:ext>
            </a:extLst>
          </p:cNvPr>
          <p:cNvGrpSpPr/>
          <p:nvPr/>
        </p:nvGrpSpPr>
        <p:grpSpPr>
          <a:xfrm>
            <a:off x="887572" y="2991824"/>
            <a:ext cx="2880017" cy="3207373"/>
            <a:chOff x="597275" y="1972862"/>
            <a:chExt cx="2234309" cy="3207373"/>
          </a:xfrm>
        </p:grpSpPr>
        <p:sp>
          <p:nvSpPr>
            <p:cNvPr id="14" name="Rectangle: Rounded Corners 13">
              <a:extLst>
                <a:ext uri="{FF2B5EF4-FFF2-40B4-BE49-F238E27FC236}">
                  <a16:creationId xmlns:a16="http://schemas.microsoft.com/office/drawing/2014/main" id="{937B8BD5-0454-2419-284A-0C7E1E6ECE48}"/>
                </a:ext>
              </a:extLst>
            </p:cNvPr>
            <p:cNvSpPr/>
            <p:nvPr/>
          </p:nvSpPr>
          <p:spPr>
            <a:xfrm>
              <a:off x="597275" y="2174129"/>
              <a:ext cx="2234309" cy="3006106"/>
            </a:xfrm>
            <a:prstGeom prst="roundRect">
              <a:avLst>
                <a:gd name="adj" fmla="val 4211"/>
              </a:avLst>
            </a:prstGeom>
            <a:solidFill>
              <a:srgbClr val="3A4953"/>
            </a:solidFill>
            <a:ln>
              <a:noFill/>
            </a:ln>
            <a:effectLst>
              <a:outerShdw blurRad="63500" dist="127000" dir="2700000" algn="tl" rotWithShape="0">
                <a:srgbClr val="000000">
                  <a:alpha val="5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54000" rIns="0" bIns="0" numCol="1" spcCol="0" rtlCol="0" fromWordArt="0" anchor="t" anchorCtr="0" forceAA="0" compatLnSpc="1">
              <a:prstTxWarp prst="textNoShape">
                <a:avLst/>
              </a:prstTxWarp>
              <a:noAutofit/>
            </a:bodyP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solidFill>
                  <a:srgbClr val="8DE971"/>
                </a:solidFill>
                <a:effectLst/>
                <a:uLnTx/>
                <a:uFillTx/>
                <a:latin typeface="Segoe UI Semibold"/>
                <a:ea typeface="+mn-ea"/>
                <a:cs typeface="+mn-cs"/>
              </a:endParaRPr>
            </a:p>
          </p:txBody>
        </p:sp>
        <p:sp>
          <p:nvSpPr>
            <p:cNvPr id="15" name="Rectangle: Rounded Corners 14">
              <a:extLst>
                <a:ext uri="{FF2B5EF4-FFF2-40B4-BE49-F238E27FC236}">
                  <a16:creationId xmlns:a16="http://schemas.microsoft.com/office/drawing/2014/main" id="{6AEE7ACF-3BDB-C474-579A-EEDDF7022931}"/>
                </a:ext>
              </a:extLst>
            </p:cNvPr>
            <p:cNvSpPr/>
            <p:nvPr/>
          </p:nvSpPr>
          <p:spPr>
            <a:xfrm>
              <a:off x="1210143" y="1972862"/>
              <a:ext cx="1008572" cy="380961"/>
            </a:xfrm>
            <a:prstGeom prst="roundRect">
              <a:avLst>
                <a:gd name="adj" fmla="val 50000"/>
              </a:avLst>
            </a:prstGeom>
            <a:gradFill flip="none" rotWithShape="1">
              <a:gsLst>
                <a:gs pos="40000">
                  <a:srgbClr val="49C5B1"/>
                </a:gs>
                <a:gs pos="5000">
                  <a:srgbClr val="8DE971"/>
                </a:gs>
              </a:gsLst>
              <a:path path="circle">
                <a:fillToRect l="100000" t="100000"/>
              </a:path>
              <a:tileRect r="-100000" b="-100000"/>
            </a:gradFill>
            <a:ln>
              <a:noFill/>
              <a:headEnd type="none" w="med" len="med"/>
              <a:tailEnd type="none" w="med" len="med"/>
            </a:ln>
            <a:effectLst>
              <a:outerShdw blurRad="63500" dist="1270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36000" rIns="0" bIns="36000" numCol="1" spcCol="0" rtlCol="0" fromWordArt="0" anchor="ctr" anchorCtr="0" forceAA="0" compatLnSpc="1">
              <a:prstTxWarp prst="textNoShape">
                <a:avLst/>
              </a:prstTxWarp>
              <a:noAutofit/>
            </a:bodyP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67" rtl="0" eaLnBrk="1" fontAlgn="base" latinLnBrk="0" hangingPunct="1">
                <a:lnSpc>
                  <a:spcPct val="95000"/>
                </a:lnSpc>
                <a:spcBef>
                  <a:spcPct val="0"/>
                </a:spcBef>
                <a:spcAft>
                  <a:spcPct val="0"/>
                </a:spcAft>
                <a:buClrTx/>
                <a:buSzTx/>
                <a:buFontTx/>
                <a:buNone/>
                <a:tabLst/>
                <a:defRPr/>
              </a:pPr>
              <a:r>
                <a:rPr kumimoji="0" lang="en-CA" sz="1600" b="1" i="0" u="none" strike="noStrike" kern="1200" cap="none" spc="0" normalizeH="0" baseline="0" noProof="0" dirty="0">
                  <a:ln w="3175">
                    <a:noFill/>
                  </a:ln>
                  <a:gradFill>
                    <a:gsLst>
                      <a:gs pos="55747">
                        <a:srgbClr val="000000"/>
                      </a:gs>
                      <a:gs pos="37000">
                        <a:srgbClr val="000000"/>
                      </a:gs>
                    </a:gsLst>
                    <a:lin ang="5400000" scaled="1"/>
                  </a:gradFill>
                  <a:effectLst/>
                  <a:uLnTx/>
                  <a:uFillTx/>
                  <a:latin typeface="Segoe UI Semibold"/>
                  <a:ea typeface="+mn-ea"/>
                  <a:cs typeface="Segoe UI" pitchFamily="34" charset="0"/>
                </a:rPr>
                <a:t>Plugins</a:t>
              </a:r>
            </a:p>
          </p:txBody>
        </p:sp>
        <p:sp>
          <p:nvSpPr>
            <p:cNvPr id="16" name="Rectangle: Rounded Corners 15">
              <a:extLst>
                <a:ext uri="{FF2B5EF4-FFF2-40B4-BE49-F238E27FC236}">
                  <a16:creationId xmlns:a16="http://schemas.microsoft.com/office/drawing/2014/main" id="{735DFE4B-37C7-04D3-D55E-B05AC8324342}"/>
                </a:ext>
              </a:extLst>
            </p:cNvPr>
            <p:cNvSpPr/>
            <p:nvPr/>
          </p:nvSpPr>
          <p:spPr>
            <a:xfrm>
              <a:off x="829593" y="2589602"/>
              <a:ext cx="1769672" cy="2348381"/>
            </a:xfrm>
            <a:prstGeom prst="roundRect">
              <a:avLst/>
            </a:prstGeom>
            <a:solidFill>
              <a:srgbClr val="091F2C">
                <a:alpha val="65000"/>
              </a:srgbClr>
            </a:solidFill>
            <a:ln w="6350" cap="flat" cmpd="sng" algn="ctr">
              <a:noFill/>
              <a:prstDash val="solid"/>
              <a:miter lim="800000"/>
            </a:ln>
            <a:effectLst/>
          </p:spPr>
          <p:txBody>
            <a:bodyPr rtlCol="0" anchor="ct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b="0" i="0" u="none" strike="noStrike" kern="0" cap="none" spc="0" normalizeH="0" baseline="0" noProof="0" dirty="0">
                  <a:ln w="0"/>
                  <a:solidFill>
                    <a:srgbClr val="FFFFFF"/>
                  </a:solidFill>
                  <a:effectLst/>
                  <a:uLnTx/>
                  <a:uFillTx/>
                  <a:latin typeface="Segoe UI Semibold"/>
                  <a:ea typeface="+mn-ea"/>
                  <a:cs typeface="+mn-cs"/>
                </a:rPr>
                <a:t>Usa </a:t>
              </a:r>
              <a:r>
                <a:rPr kumimoji="0" lang="en-CA" b="0" i="0" u="none" strike="noStrike" kern="0" cap="none" spc="0" normalizeH="0" baseline="0" noProof="0" dirty="0" err="1">
                  <a:ln w="0"/>
                  <a:solidFill>
                    <a:srgbClr val="FFFFFF"/>
                  </a:solidFill>
                  <a:effectLst/>
                  <a:uLnTx/>
                  <a:uFillTx/>
                  <a:latin typeface="Segoe UI Semibold"/>
                  <a:ea typeface="+mn-ea"/>
                  <a:cs typeface="+mn-cs"/>
                </a:rPr>
                <a:t>tus</a:t>
              </a:r>
              <a:r>
                <a:rPr kumimoji="0" lang="en-CA" b="0" i="0" u="none" strike="noStrike" kern="0" cap="none" spc="0" normalizeH="0" baseline="0" noProof="0" dirty="0">
                  <a:ln w="0"/>
                  <a:solidFill>
                    <a:srgbClr val="FFFFFF"/>
                  </a:solidFill>
                  <a:effectLst/>
                  <a:uLnTx/>
                  <a:uFillTx/>
                  <a:latin typeface="Segoe UI Semibold"/>
                  <a:ea typeface="+mn-ea"/>
                  <a:cs typeface="+mn-cs"/>
                </a:rPr>
                <a:t> APIs que </a:t>
              </a:r>
              <a:r>
                <a:rPr kumimoji="0" lang="en-CA" b="0" i="0" u="none" strike="noStrike" kern="0" cap="none" spc="0" normalizeH="0" baseline="0" noProof="0" dirty="0" err="1">
                  <a:ln w="0"/>
                  <a:solidFill>
                    <a:srgbClr val="FFFFFF"/>
                  </a:solidFill>
                  <a:effectLst/>
                  <a:uLnTx/>
                  <a:uFillTx/>
                  <a:latin typeface="Segoe UI Semibold"/>
                  <a:ea typeface="+mn-ea"/>
                  <a:cs typeface="+mn-cs"/>
                </a:rPr>
                <a:t>ya</a:t>
              </a:r>
              <a:r>
                <a:rPr kumimoji="0" lang="en-CA" b="0" i="0" u="none" strike="noStrike" kern="0" cap="none" spc="0" normalizeH="0" baseline="0" noProof="0" dirty="0">
                  <a:ln w="0"/>
                  <a:solidFill>
                    <a:srgbClr val="FFFFFF"/>
                  </a:solidFill>
                  <a:effectLst/>
                  <a:uLnTx/>
                  <a:uFillTx/>
                  <a:latin typeface="Segoe UI Semibold"/>
                  <a:ea typeface="+mn-ea"/>
                  <a:cs typeface="+mn-cs"/>
                </a:rPr>
                <a:t> </a:t>
              </a:r>
              <a:r>
                <a:rPr kumimoji="0" lang="en-CA" b="0" i="0" u="none" strike="noStrike" kern="0" cap="none" spc="0" normalizeH="0" baseline="0" noProof="0" dirty="0" err="1">
                  <a:ln w="0"/>
                  <a:solidFill>
                    <a:srgbClr val="FFFFFF"/>
                  </a:solidFill>
                  <a:effectLst/>
                  <a:uLnTx/>
                  <a:uFillTx/>
                  <a:latin typeface="Segoe UI Semibold"/>
                  <a:ea typeface="+mn-ea"/>
                  <a:cs typeface="+mn-cs"/>
                </a:rPr>
                <a:t>tienes</a:t>
              </a:r>
              <a:r>
                <a:rPr kumimoji="0" lang="en-CA" b="0" i="0" u="none" strike="noStrike" kern="0" cap="none" spc="0" normalizeH="0" baseline="0" noProof="0" dirty="0">
                  <a:ln w="0"/>
                  <a:solidFill>
                    <a:srgbClr val="FFFFFF"/>
                  </a:solidFill>
                  <a:effectLst/>
                  <a:uLnTx/>
                  <a:uFillTx/>
                  <a:latin typeface="Segoe UI Semibold"/>
                  <a:ea typeface="+mn-ea"/>
                  <a:cs typeface="+mn-cs"/>
                </a:rPr>
                <a:t> </a:t>
              </a:r>
              <a:r>
                <a:rPr kumimoji="0" lang="en-CA" b="0" i="0" u="none" strike="noStrike" kern="0" cap="none" spc="0" normalizeH="0" baseline="0" noProof="0" dirty="0" err="1">
                  <a:ln w="0"/>
                  <a:solidFill>
                    <a:srgbClr val="FFFFFF"/>
                  </a:solidFill>
                  <a:effectLst/>
                  <a:uLnTx/>
                  <a:uFillTx/>
                  <a:latin typeface="Segoe UI Semibold"/>
                  <a:ea typeface="+mn-ea"/>
                  <a:cs typeface="+mn-cs"/>
                </a:rPr>
                <a:t>desarrolladas</a:t>
              </a:r>
              <a:r>
                <a:rPr kumimoji="0" lang="en-CA" b="0" i="0" u="none" strike="noStrike" kern="0" cap="none" spc="0" normalizeH="0" baseline="0" noProof="0" dirty="0">
                  <a:ln w="0"/>
                  <a:solidFill>
                    <a:srgbClr val="FFFFFF"/>
                  </a:solidFill>
                  <a:effectLst/>
                  <a:uLnTx/>
                  <a:uFillTx/>
                  <a:latin typeface="Segoe UI Semibold"/>
                  <a:ea typeface="+mn-ea"/>
                  <a:cs typeface="+mn-cs"/>
                </a:rPr>
                <a:t> para que la IA </a:t>
              </a:r>
              <a:r>
                <a:rPr kumimoji="0" lang="en-CA" b="0" i="0" u="none" strike="noStrike" kern="0" cap="none" spc="0" normalizeH="0" baseline="0" noProof="0" dirty="0" err="1">
                  <a:ln w="0"/>
                  <a:solidFill>
                    <a:srgbClr val="FFFFFF"/>
                  </a:solidFill>
                  <a:effectLst/>
                  <a:uLnTx/>
                  <a:uFillTx/>
                  <a:latin typeface="Segoe UI Semibold"/>
                  <a:ea typeface="+mn-ea"/>
                  <a:cs typeface="+mn-cs"/>
                </a:rPr>
                <a:t>obtenga</a:t>
              </a:r>
              <a:r>
                <a:rPr kumimoji="0" lang="en-CA" b="0" i="0" u="none" strike="noStrike" kern="0" cap="none" spc="0" normalizeH="0" baseline="0" noProof="0" dirty="0">
                  <a:ln w="0"/>
                  <a:solidFill>
                    <a:srgbClr val="FFFFFF"/>
                  </a:solidFill>
                  <a:effectLst/>
                  <a:uLnTx/>
                  <a:uFillTx/>
                  <a:latin typeface="Segoe UI Semibold"/>
                  <a:ea typeface="+mn-ea"/>
                  <a:cs typeface="+mn-cs"/>
                </a:rPr>
                <a:t> </a:t>
              </a:r>
              <a:r>
                <a:rPr kumimoji="0" lang="en-CA" b="0" i="0" u="none" strike="noStrike" kern="0" cap="none" spc="0" normalizeH="0" baseline="0" noProof="0" dirty="0" err="1">
                  <a:ln w="0"/>
                  <a:solidFill>
                    <a:srgbClr val="FFFFFF"/>
                  </a:solidFill>
                  <a:effectLst/>
                  <a:uLnTx/>
                  <a:uFillTx/>
                  <a:latin typeface="Segoe UI Semibold"/>
                  <a:ea typeface="+mn-ea"/>
                  <a:cs typeface="+mn-cs"/>
                </a:rPr>
                <a:t>datos</a:t>
              </a:r>
              <a:r>
                <a:rPr kumimoji="0" lang="en-CA" b="0" i="0" u="none" strike="noStrike" kern="0" cap="none" spc="0" normalizeH="0" baseline="0" noProof="0" dirty="0">
                  <a:ln w="0"/>
                  <a:solidFill>
                    <a:srgbClr val="FFFFFF"/>
                  </a:solidFill>
                  <a:effectLst/>
                  <a:uLnTx/>
                  <a:uFillTx/>
                  <a:latin typeface="Segoe UI Semibold"/>
                  <a:ea typeface="+mn-ea"/>
                  <a:cs typeface="+mn-cs"/>
                </a:rPr>
                <a:t> y complete </a:t>
              </a:r>
              <a:r>
                <a:rPr kumimoji="0" lang="en-CA" b="0" i="0" u="none" strike="noStrike" kern="0" cap="none" spc="0" normalizeH="0" baseline="0" noProof="0" dirty="0" err="1">
                  <a:ln w="0"/>
                  <a:solidFill>
                    <a:srgbClr val="FFFFFF"/>
                  </a:solidFill>
                  <a:effectLst/>
                  <a:uLnTx/>
                  <a:uFillTx/>
                  <a:latin typeface="Segoe UI Semibold"/>
                  <a:ea typeface="+mn-ea"/>
                  <a:cs typeface="+mn-cs"/>
                </a:rPr>
                <a:t>tareas</a:t>
              </a:r>
              <a:endParaRPr kumimoji="0" lang="en-CA" b="0" i="0" u="none" strike="noStrike" kern="0" cap="none" spc="0" normalizeH="0" baseline="0" noProof="0" dirty="0">
                <a:ln w="0"/>
                <a:solidFill>
                  <a:srgbClr val="FFFFFF"/>
                </a:solidFill>
                <a:effectLst/>
                <a:uLnTx/>
                <a:uFillTx/>
                <a:latin typeface="Segoe UI Semibold"/>
                <a:ea typeface="+mn-ea"/>
                <a:cs typeface="+mn-cs"/>
              </a:endParaRPr>
            </a:p>
          </p:txBody>
        </p:sp>
      </p:grpSp>
      <p:grpSp>
        <p:nvGrpSpPr>
          <p:cNvPr id="4" name="Group 3">
            <a:extLst>
              <a:ext uri="{FF2B5EF4-FFF2-40B4-BE49-F238E27FC236}">
                <a16:creationId xmlns:a16="http://schemas.microsoft.com/office/drawing/2014/main" id="{E638E702-49EB-A78C-6078-3DD2B52A7B3D}"/>
              </a:ext>
            </a:extLst>
          </p:cNvPr>
          <p:cNvGrpSpPr/>
          <p:nvPr/>
        </p:nvGrpSpPr>
        <p:grpSpPr>
          <a:xfrm>
            <a:off x="4654468" y="2991824"/>
            <a:ext cx="2880017" cy="3207373"/>
            <a:chOff x="597275" y="1972862"/>
            <a:chExt cx="2234309" cy="3207373"/>
          </a:xfrm>
        </p:grpSpPr>
        <p:sp>
          <p:nvSpPr>
            <p:cNvPr id="12" name="Rectangle: Rounded Corners 11">
              <a:extLst>
                <a:ext uri="{FF2B5EF4-FFF2-40B4-BE49-F238E27FC236}">
                  <a16:creationId xmlns:a16="http://schemas.microsoft.com/office/drawing/2014/main" id="{972D893A-5DDF-4669-A08B-AE6156E3C890}"/>
                </a:ext>
              </a:extLst>
            </p:cNvPr>
            <p:cNvSpPr/>
            <p:nvPr/>
          </p:nvSpPr>
          <p:spPr>
            <a:xfrm>
              <a:off x="597275" y="2174129"/>
              <a:ext cx="2234309" cy="3006106"/>
            </a:xfrm>
            <a:prstGeom prst="roundRect">
              <a:avLst>
                <a:gd name="adj" fmla="val 4211"/>
              </a:avLst>
            </a:prstGeom>
            <a:solidFill>
              <a:srgbClr val="3A4953"/>
            </a:solidFill>
            <a:ln>
              <a:noFill/>
            </a:ln>
            <a:effectLst>
              <a:outerShdw blurRad="63500" dist="127000" dir="2700000" algn="tl" rotWithShape="0">
                <a:srgbClr val="000000">
                  <a:alpha val="5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54000" rIns="0" bIns="0" numCol="1" spcCol="0" rtlCol="0" fromWordArt="0" anchor="t" anchorCtr="0" forceAA="0" compatLnSpc="1">
              <a:prstTxWarp prst="textNoShape">
                <a:avLst/>
              </a:prstTxWarp>
              <a:noAutofit/>
            </a:bodyP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solidFill>
                  <a:srgbClr val="8DE971"/>
                </a:solidFill>
                <a:effectLst/>
                <a:uLnTx/>
                <a:uFillTx/>
                <a:latin typeface="Segoe UI Semibold"/>
                <a:ea typeface="+mn-ea"/>
                <a:cs typeface="+mn-cs"/>
              </a:endParaRPr>
            </a:p>
          </p:txBody>
        </p:sp>
        <p:sp>
          <p:nvSpPr>
            <p:cNvPr id="13" name="Rectangle: Rounded Corners 12">
              <a:extLst>
                <a:ext uri="{FF2B5EF4-FFF2-40B4-BE49-F238E27FC236}">
                  <a16:creationId xmlns:a16="http://schemas.microsoft.com/office/drawing/2014/main" id="{8DEBD673-5D39-3A4B-A95F-C825060FBAFE}"/>
                </a:ext>
              </a:extLst>
            </p:cNvPr>
            <p:cNvSpPr/>
            <p:nvPr/>
          </p:nvSpPr>
          <p:spPr>
            <a:xfrm>
              <a:off x="1210143" y="1972862"/>
              <a:ext cx="1008572" cy="380961"/>
            </a:xfrm>
            <a:prstGeom prst="roundRect">
              <a:avLst>
                <a:gd name="adj" fmla="val 50000"/>
              </a:avLst>
            </a:prstGeom>
            <a:gradFill flip="none" rotWithShape="1">
              <a:gsLst>
                <a:gs pos="40000">
                  <a:srgbClr val="49C5B1"/>
                </a:gs>
                <a:gs pos="5000">
                  <a:srgbClr val="8DE971"/>
                </a:gs>
              </a:gsLst>
              <a:path path="circle">
                <a:fillToRect l="100000" t="100000"/>
              </a:path>
              <a:tileRect r="-100000" b="-100000"/>
            </a:gradFill>
            <a:ln>
              <a:noFill/>
              <a:headEnd type="none" w="med" len="med"/>
              <a:tailEnd type="none" w="med" len="med"/>
            </a:ln>
            <a:effectLst>
              <a:outerShdw blurRad="63500" dist="1270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36000" rIns="0" bIns="36000" numCol="1" spcCol="0" rtlCol="0" fromWordArt="0" anchor="ctr" anchorCtr="0" forceAA="0" compatLnSpc="1">
              <a:prstTxWarp prst="textNoShape">
                <a:avLst/>
              </a:prstTxWarp>
              <a:noAutofit/>
            </a:bodyP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67" rtl="0" eaLnBrk="1" fontAlgn="base" latinLnBrk="0" hangingPunct="1">
                <a:lnSpc>
                  <a:spcPct val="95000"/>
                </a:lnSpc>
                <a:spcBef>
                  <a:spcPct val="0"/>
                </a:spcBef>
                <a:spcAft>
                  <a:spcPct val="0"/>
                </a:spcAft>
                <a:buClrTx/>
                <a:buSzTx/>
                <a:buFontTx/>
                <a:buNone/>
                <a:tabLst/>
                <a:defRPr/>
              </a:pPr>
              <a:r>
                <a:rPr kumimoji="0" lang="en-CA" sz="1600" b="1" i="0" u="none" strike="noStrike" kern="1200" cap="none" spc="0" normalizeH="0" baseline="0" noProof="0" dirty="0">
                  <a:ln w="3175">
                    <a:noFill/>
                  </a:ln>
                  <a:gradFill>
                    <a:gsLst>
                      <a:gs pos="55747">
                        <a:srgbClr val="000000"/>
                      </a:gs>
                      <a:gs pos="37000">
                        <a:srgbClr val="000000"/>
                      </a:gs>
                    </a:gsLst>
                    <a:lin ang="5400000" scaled="1"/>
                  </a:gradFill>
                  <a:effectLst/>
                  <a:uLnTx/>
                  <a:uFillTx/>
                  <a:latin typeface="Segoe UI Semibold"/>
                  <a:ea typeface="+mn-ea"/>
                  <a:cs typeface="Segoe UI" pitchFamily="34" charset="0"/>
                </a:rPr>
                <a:t>Planners</a:t>
              </a:r>
            </a:p>
          </p:txBody>
        </p:sp>
      </p:grpSp>
      <p:grpSp>
        <p:nvGrpSpPr>
          <p:cNvPr id="5" name="Group 4">
            <a:extLst>
              <a:ext uri="{FF2B5EF4-FFF2-40B4-BE49-F238E27FC236}">
                <a16:creationId xmlns:a16="http://schemas.microsoft.com/office/drawing/2014/main" id="{DE095395-A0D6-4334-3597-20F41E175343}"/>
              </a:ext>
            </a:extLst>
          </p:cNvPr>
          <p:cNvGrpSpPr/>
          <p:nvPr/>
        </p:nvGrpSpPr>
        <p:grpSpPr>
          <a:xfrm>
            <a:off x="8518257" y="2991824"/>
            <a:ext cx="2880017" cy="3207373"/>
            <a:chOff x="597275" y="1972862"/>
            <a:chExt cx="2234309" cy="3207373"/>
          </a:xfrm>
        </p:grpSpPr>
        <p:sp>
          <p:nvSpPr>
            <p:cNvPr id="10" name="Rectangle: Rounded Corners 9">
              <a:extLst>
                <a:ext uri="{FF2B5EF4-FFF2-40B4-BE49-F238E27FC236}">
                  <a16:creationId xmlns:a16="http://schemas.microsoft.com/office/drawing/2014/main" id="{A01F1996-B0C3-EE30-68F1-524199C6BCDD}"/>
                </a:ext>
              </a:extLst>
            </p:cNvPr>
            <p:cNvSpPr/>
            <p:nvPr/>
          </p:nvSpPr>
          <p:spPr>
            <a:xfrm>
              <a:off x="597275" y="2174129"/>
              <a:ext cx="2234309" cy="3006106"/>
            </a:xfrm>
            <a:prstGeom prst="roundRect">
              <a:avLst>
                <a:gd name="adj" fmla="val 4211"/>
              </a:avLst>
            </a:prstGeom>
            <a:solidFill>
              <a:srgbClr val="3A4953"/>
            </a:solidFill>
            <a:ln>
              <a:noFill/>
            </a:ln>
            <a:effectLst>
              <a:outerShdw blurRad="63500" dist="127000" dir="2700000" algn="tl" rotWithShape="0">
                <a:srgbClr val="000000">
                  <a:alpha val="5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54000" rIns="0" bIns="0" numCol="1" spcCol="0" rtlCol="0" fromWordArt="0" anchor="t" anchorCtr="0" forceAA="0" compatLnSpc="1">
              <a:prstTxWarp prst="textNoShape">
                <a:avLst/>
              </a:prstTxWarp>
              <a:noAutofit/>
            </a:bodyP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solidFill>
                  <a:srgbClr val="8DE971"/>
                </a:solidFill>
                <a:effectLst/>
                <a:uLnTx/>
                <a:uFillTx/>
                <a:latin typeface="Segoe UI Semibold"/>
                <a:ea typeface="+mn-ea"/>
                <a:cs typeface="+mn-cs"/>
              </a:endParaRPr>
            </a:p>
          </p:txBody>
        </p:sp>
        <p:sp>
          <p:nvSpPr>
            <p:cNvPr id="11" name="Rectangle: Rounded Corners 10">
              <a:extLst>
                <a:ext uri="{FF2B5EF4-FFF2-40B4-BE49-F238E27FC236}">
                  <a16:creationId xmlns:a16="http://schemas.microsoft.com/office/drawing/2014/main" id="{A8121823-66D1-4D19-E5A1-21654BE77471}"/>
                </a:ext>
              </a:extLst>
            </p:cNvPr>
            <p:cNvSpPr/>
            <p:nvPr/>
          </p:nvSpPr>
          <p:spPr>
            <a:xfrm>
              <a:off x="1210143" y="1972862"/>
              <a:ext cx="1008572" cy="380961"/>
            </a:xfrm>
            <a:prstGeom prst="roundRect">
              <a:avLst>
                <a:gd name="adj" fmla="val 50000"/>
              </a:avLst>
            </a:prstGeom>
            <a:gradFill flip="none" rotWithShape="1">
              <a:gsLst>
                <a:gs pos="40000">
                  <a:srgbClr val="49C5B1"/>
                </a:gs>
                <a:gs pos="5000">
                  <a:srgbClr val="8DE971"/>
                </a:gs>
              </a:gsLst>
              <a:path path="circle">
                <a:fillToRect l="100000" t="100000"/>
              </a:path>
              <a:tileRect r="-100000" b="-100000"/>
            </a:gradFill>
            <a:ln>
              <a:noFill/>
              <a:headEnd type="none" w="med" len="med"/>
              <a:tailEnd type="none" w="med" len="med"/>
            </a:ln>
            <a:effectLst>
              <a:outerShdw blurRad="63500" dist="1270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36000" rIns="0" bIns="36000" numCol="1" spcCol="0" rtlCol="0" fromWordArt="0" anchor="ctr" anchorCtr="0" forceAA="0" compatLnSpc="1">
              <a:prstTxWarp prst="textNoShape">
                <a:avLst/>
              </a:prstTxWarp>
              <a:noAutofit/>
            </a:bodyP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67" rtl="0" eaLnBrk="1" fontAlgn="base" latinLnBrk="0" hangingPunct="1">
                <a:lnSpc>
                  <a:spcPct val="95000"/>
                </a:lnSpc>
                <a:spcBef>
                  <a:spcPct val="0"/>
                </a:spcBef>
                <a:spcAft>
                  <a:spcPct val="0"/>
                </a:spcAft>
                <a:buClrTx/>
                <a:buSzTx/>
                <a:buFontTx/>
                <a:buNone/>
                <a:tabLst/>
                <a:defRPr/>
              </a:pPr>
              <a:r>
                <a:rPr kumimoji="0" lang="en-CA" sz="1600" b="1" i="0" u="none" strike="noStrike" kern="1200" cap="none" spc="0" normalizeH="0" baseline="0" noProof="0" dirty="0">
                  <a:ln w="3175">
                    <a:noFill/>
                  </a:ln>
                  <a:gradFill>
                    <a:gsLst>
                      <a:gs pos="55747">
                        <a:srgbClr val="000000"/>
                      </a:gs>
                      <a:gs pos="37000">
                        <a:srgbClr val="000000"/>
                      </a:gs>
                    </a:gsLst>
                    <a:lin ang="5400000" scaled="1"/>
                  </a:gradFill>
                  <a:effectLst/>
                  <a:uLnTx/>
                  <a:uFillTx/>
                  <a:latin typeface="Segoe UI Semibold"/>
                  <a:ea typeface="+mn-ea"/>
                  <a:cs typeface="Segoe UI" pitchFamily="34" charset="0"/>
                </a:rPr>
                <a:t>Personas</a:t>
              </a:r>
            </a:p>
          </p:txBody>
        </p:sp>
      </p:grpSp>
      <p:sp>
        <p:nvSpPr>
          <p:cNvPr id="6" name="Title 1">
            <a:extLst>
              <a:ext uri="{FF2B5EF4-FFF2-40B4-BE49-F238E27FC236}">
                <a16:creationId xmlns:a16="http://schemas.microsoft.com/office/drawing/2014/main" id="{0546BB3B-1486-87E7-744E-F8B4A7D53771}"/>
              </a:ext>
            </a:extLst>
          </p:cNvPr>
          <p:cNvSpPr txBox="1">
            <a:spLocks/>
          </p:cNvSpPr>
          <p:nvPr/>
        </p:nvSpPr>
        <p:spPr>
          <a:xfrm>
            <a:off x="585215" y="580173"/>
            <a:ext cx="11018520" cy="553998"/>
          </a:xfrm>
          <a:prstGeom prst="rect">
            <a:avLst/>
          </a:prstGeom>
        </p:spPr>
        <p:txBody>
          <a:bodyPr/>
          <a:lstStyle>
            <a:defPPr>
              <a:defRPr lang="en-NL"/>
            </a:defPPr>
            <a:lvl1pPr marL="0"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5400" dirty="0">
                <a:solidFill>
                  <a:schemeClr val="bg1"/>
                </a:solidFill>
              </a:rPr>
              <a:t>¿</a:t>
            </a:r>
            <a:r>
              <a:rPr lang="en-GB" sz="5400" dirty="0" err="1">
                <a:solidFill>
                  <a:schemeClr val="bg1"/>
                </a:solidFill>
              </a:rPr>
              <a:t>Complementos</a:t>
            </a:r>
            <a:r>
              <a:rPr lang="en-GB" sz="5400" dirty="0">
                <a:solidFill>
                  <a:schemeClr val="bg1"/>
                </a:solidFill>
              </a:rPr>
              <a:t>?</a:t>
            </a:r>
          </a:p>
        </p:txBody>
      </p:sp>
      <p:sp>
        <p:nvSpPr>
          <p:cNvPr id="7" name="TextBox 35">
            <a:extLst>
              <a:ext uri="{FF2B5EF4-FFF2-40B4-BE49-F238E27FC236}">
                <a16:creationId xmlns:a16="http://schemas.microsoft.com/office/drawing/2014/main" id="{5F422846-0B11-11E5-874A-700A91286B7E}"/>
              </a:ext>
            </a:extLst>
          </p:cNvPr>
          <p:cNvSpPr txBox="1"/>
          <p:nvPr/>
        </p:nvSpPr>
        <p:spPr>
          <a:xfrm>
            <a:off x="1677557" y="1669596"/>
            <a:ext cx="1300046" cy="1015663"/>
          </a:xfrm>
          <a:prstGeom prst="rect">
            <a:avLst/>
          </a:prstGeom>
          <a:noFill/>
        </p:spPr>
        <p:txBody>
          <a:bodyPr wrap="square" lIns="0" tIns="0" rIns="0" bIns="0" rtlCol="0">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6600" dirty="0"/>
              <a:t>🔌</a:t>
            </a:r>
            <a:endParaRPr lang="en-US" sz="6600" dirty="0" err="1"/>
          </a:p>
        </p:txBody>
      </p:sp>
      <p:sp>
        <p:nvSpPr>
          <p:cNvPr id="8" name="TextBox 36">
            <a:extLst>
              <a:ext uri="{FF2B5EF4-FFF2-40B4-BE49-F238E27FC236}">
                <a16:creationId xmlns:a16="http://schemas.microsoft.com/office/drawing/2014/main" id="{7731A39E-1E41-D635-591A-7E79FE122D82}"/>
              </a:ext>
            </a:extLst>
          </p:cNvPr>
          <p:cNvSpPr txBox="1"/>
          <p:nvPr/>
        </p:nvSpPr>
        <p:spPr>
          <a:xfrm>
            <a:off x="5492899" y="1669596"/>
            <a:ext cx="1300046" cy="1015663"/>
          </a:xfrm>
          <a:prstGeom prst="rect">
            <a:avLst/>
          </a:prstGeom>
          <a:noFill/>
        </p:spPr>
        <p:txBody>
          <a:bodyPr wrap="square" lIns="0" tIns="0" rIns="0" bIns="0" rtlCol="0">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6600" dirty="0"/>
              <a:t>📖</a:t>
            </a:r>
            <a:endParaRPr lang="en-US" sz="6600" dirty="0" err="1"/>
          </a:p>
        </p:txBody>
      </p:sp>
      <p:sp>
        <p:nvSpPr>
          <p:cNvPr id="9" name="TextBox 37">
            <a:extLst>
              <a:ext uri="{FF2B5EF4-FFF2-40B4-BE49-F238E27FC236}">
                <a16:creationId xmlns:a16="http://schemas.microsoft.com/office/drawing/2014/main" id="{D71AD01A-EE81-44DA-1D11-C26450E9C300}"/>
              </a:ext>
            </a:extLst>
          </p:cNvPr>
          <p:cNvSpPr txBox="1"/>
          <p:nvPr/>
        </p:nvSpPr>
        <p:spPr>
          <a:xfrm>
            <a:off x="9308242" y="1793260"/>
            <a:ext cx="1300046" cy="1015663"/>
          </a:xfrm>
          <a:prstGeom prst="rect">
            <a:avLst/>
          </a:prstGeom>
          <a:noFill/>
        </p:spPr>
        <p:txBody>
          <a:bodyPr wrap="square" lIns="0" tIns="0" rIns="0" bIns="0" rtlCol="0">
            <a:sp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6600" dirty="0"/>
              <a:t>✏️</a:t>
            </a:r>
            <a:endParaRPr lang="en-US" sz="6600" dirty="0" err="1"/>
          </a:p>
        </p:txBody>
      </p:sp>
      <p:sp>
        <p:nvSpPr>
          <p:cNvPr id="17" name="Rectangle: Rounded Corners 16">
            <a:extLst>
              <a:ext uri="{FF2B5EF4-FFF2-40B4-BE49-F238E27FC236}">
                <a16:creationId xmlns:a16="http://schemas.microsoft.com/office/drawing/2014/main" id="{7DF17752-8431-8AA1-523C-5C24983DCF47}"/>
              </a:ext>
            </a:extLst>
          </p:cNvPr>
          <p:cNvSpPr/>
          <p:nvPr/>
        </p:nvSpPr>
        <p:spPr>
          <a:xfrm>
            <a:off x="4953925" y="3608564"/>
            <a:ext cx="2281101" cy="2348381"/>
          </a:xfrm>
          <a:prstGeom prst="roundRect">
            <a:avLst/>
          </a:prstGeom>
          <a:solidFill>
            <a:srgbClr val="091F2C">
              <a:alpha val="65000"/>
            </a:srgbClr>
          </a:solidFill>
          <a:ln w="6350" cap="flat" cmpd="sng" algn="ctr">
            <a:noFill/>
            <a:prstDash val="solid"/>
            <a:miter lim="800000"/>
          </a:ln>
          <a:effectLst/>
        </p:spPr>
        <p:txBody>
          <a:bodyPr rtlCol="0" anchor="ct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b="0" i="0" u="none" strike="noStrike" kern="0" cap="none" spc="0" normalizeH="0" baseline="0" noProof="0" dirty="0">
                <a:ln w="0"/>
                <a:solidFill>
                  <a:srgbClr val="FFFFFF"/>
                </a:solidFill>
                <a:effectLst/>
                <a:uLnTx/>
                <a:uFillTx/>
                <a:latin typeface="Segoe UI Semibold"/>
                <a:ea typeface="+mn-ea"/>
                <a:cs typeface="+mn-cs"/>
              </a:rPr>
              <a:t>Usa </a:t>
            </a:r>
            <a:r>
              <a:rPr kumimoji="0" lang="en-CA" b="0" i="0" u="none" strike="noStrike" kern="0" cap="none" spc="0" normalizeH="0" baseline="0" noProof="0" dirty="0" err="1">
                <a:ln w="0"/>
                <a:solidFill>
                  <a:srgbClr val="FFFFFF"/>
                </a:solidFill>
                <a:effectLst/>
                <a:uLnTx/>
                <a:uFillTx/>
                <a:latin typeface="Segoe UI Semibold"/>
                <a:ea typeface="+mn-ea"/>
                <a:cs typeface="+mn-cs"/>
              </a:rPr>
              <a:t>los</a:t>
            </a:r>
            <a:r>
              <a:rPr kumimoji="0" lang="en-CA" b="0" i="0" u="none" strike="noStrike" kern="0" cap="none" spc="0" normalizeH="0" baseline="0" noProof="0" dirty="0">
                <a:ln w="0"/>
                <a:solidFill>
                  <a:srgbClr val="FFFFFF"/>
                </a:solidFill>
                <a:effectLst/>
                <a:uLnTx/>
                <a:uFillTx/>
                <a:latin typeface="Segoe UI Semibold"/>
                <a:ea typeface="+mn-ea"/>
                <a:cs typeface="+mn-cs"/>
              </a:rPr>
              <a:t> plugins con </a:t>
            </a:r>
            <a:r>
              <a:rPr kumimoji="0" lang="en-CA" b="0" i="0" u="none" strike="noStrike" kern="0" cap="none" spc="0" normalizeH="0" baseline="0" noProof="0" dirty="0" err="1">
                <a:ln w="0"/>
                <a:solidFill>
                  <a:srgbClr val="FFFFFF"/>
                </a:solidFill>
                <a:effectLst/>
                <a:uLnTx/>
                <a:uFillTx/>
                <a:latin typeface="Segoe UI Semibold"/>
                <a:ea typeface="+mn-ea"/>
                <a:cs typeface="+mn-cs"/>
              </a:rPr>
              <a:t>el</a:t>
            </a:r>
            <a:r>
              <a:rPr kumimoji="0" lang="en-CA" b="0" i="0" u="none" strike="noStrike" kern="0" cap="none" spc="0" normalizeH="0" baseline="0" noProof="0" dirty="0">
                <a:ln w="0"/>
                <a:solidFill>
                  <a:srgbClr val="FFFFFF"/>
                </a:solidFill>
                <a:effectLst/>
                <a:uLnTx/>
                <a:uFillTx/>
                <a:latin typeface="Segoe UI Semibold"/>
                <a:ea typeface="+mn-ea"/>
                <a:cs typeface="+mn-cs"/>
              </a:rPr>
              <a:t> </a:t>
            </a:r>
            <a:r>
              <a:rPr kumimoji="0" lang="en-CA" b="0" i="0" u="none" strike="noStrike" kern="0" cap="none" spc="0" normalizeH="0" baseline="0" noProof="0" dirty="0" err="1">
                <a:ln w="0"/>
                <a:solidFill>
                  <a:srgbClr val="FFFFFF"/>
                </a:solidFill>
                <a:effectLst/>
                <a:uLnTx/>
                <a:uFillTx/>
                <a:latin typeface="Segoe UI Semibold"/>
                <a:ea typeface="+mn-ea"/>
                <a:cs typeface="+mn-cs"/>
              </a:rPr>
              <a:t>modelo</a:t>
            </a:r>
            <a:r>
              <a:rPr kumimoji="0" lang="en-CA" b="0" i="0" u="none" strike="noStrike" kern="0" cap="none" spc="0" normalizeH="0" baseline="0" noProof="0" dirty="0">
                <a:ln w="0"/>
                <a:solidFill>
                  <a:srgbClr val="FFFFFF"/>
                </a:solidFill>
                <a:effectLst/>
                <a:uLnTx/>
                <a:uFillTx/>
                <a:latin typeface="Segoe UI Semibold"/>
                <a:ea typeface="+mn-ea"/>
                <a:cs typeface="+mn-cs"/>
              </a:rPr>
              <a:t> para </a:t>
            </a:r>
            <a:r>
              <a:rPr kumimoji="0" lang="en-CA" b="0" i="0" u="none" strike="noStrike" kern="0" cap="none" spc="0" normalizeH="0" baseline="0" noProof="0" dirty="0" err="1">
                <a:ln w="0"/>
                <a:solidFill>
                  <a:srgbClr val="FFFFFF"/>
                </a:solidFill>
                <a:effectLst/>
                <a:uLnTx/>
                <a:uFillTx/>
                <a:latin typeface="Segoe UI Semibold"/>
                <a:ea typeface="+mn-ea"/>
                <a:cs typeface="+mn-cs"/>
              </a:rPr>
              <a:t>crear</a:t>
            </a:r>
            <a:r>
              <a:rPr kumimoji="0" lang="en-CA" b="0" i="0" u="none" strike="noStrike" kern="0" cap="none" spc="0" normalizeH="0" baseline="0" noProof="0" dirty="0">
                <a:ln w="0"/>
                <a:solidFill>
                  <a:srgbClr val="FFFFFF"/>
                </a:solidFill>
                <a:effectLst/>
                <a:uLnTx/>
                <a:uFillTx/>
                <a:latin typeface="Segoe UI Semibold"/>
                <a:ea typeface="+mn-ea"/>
                <a:cs typeface="+mn-cs"/>
              </a:rPr>
              <a:t> </a:t>
            </a:r>
            <a:r>
              <a:rPr kumimoji="0" lang="en-CA" b="0" i="0" u="none" strike="noStrike" kern="0" cap="none" spc="0" normalizeH="0" baseline="0" noProof="0" dirty="0" err="1">
                <a:ln w="0"/>
                <a:solidFill>
                  <a:srgbClr val="FFFFFF"/>
                </a:solidFill>
                <a:effectLst/>
                <a:uLnTx/>
                <a:uFillTx/>
                <a:latin typeface="Segoe UI Semibold"/>
                <a:ea typeface="+mn-ea"/>
                <a:cs typeface="+mn-cs"/>
              </a:rPr>
              <a:t>una</a:t>
            </a:r>
            <a:r>
              <a:rPr kumimoji="0" lang="en-CA" b="0" i="0" u="none" strike="noStrike" kern="0" cap="none" spc="0" normalizeH="0" baseline="0" noProof="0" dirty="0">
                <a:ln w="0"/>
                <a:solidFill>
                  <a:srgbClr val="FFFFFF"/>
                </a:solidFill>
                <a:effectLst/>
                <a:uLnTx/>
                <a:uFillTx/>
                <a:latin typeface="Segoe UI Semibold"/>
                <a:ea typeface="+mn-ea"/>
                <a:cs typeface="+mn-cs"/>
              </a:rPr>
              <a:t> </a:t>
            </a:r>
            <a:r>
              <a:rPr kumimoji="0" lang="en-CA" b="0" i="0" u="none" strike="noStrike" kern="0" cap="none" spc="0" normalizeH="0" baseline="0" noProof="0" dirty="0" err="1">
                <a:ln w="0"/>
                <a:solidFill>
                  <a:srgbClr val="FFFFFF"/>
                </a:solidFill>
                <a:effectLst/>
                <a:uLnTx/>
                <a:uFillTx/>
                <a:latin typeface="Segoe UI Semibold"/>
                <a:ea typeface="+mn-ea"/>
                <a:cs typeface="+mn-cs"/>
              </a:rPr>
              <a:t>secuencia</a:t>
            </a:r>
            <a:r>
              <a:rPr kumimoji="0" lang="en-CA" b="0" i="0" u="none" strike="noStrike" kern="0" cap="none" spc="0" normalizeH="0" baseline="0" noProof="0" dirty="0">
                <a:ln w="0"/>
                <a:solidFill>
                  <a:srgbClr val="FFFFFF"/>
                </a:solidFill>
                <a:effectLst/>
                <a:uLnTx/>
                <a:uFillTx/>
                <a:latin typeface="Segoe UI Semibold"/>
                <a:ea typeface="+mn-ea"/>
                <a:cs typeface="+mn-cs"/>
              </a:rPr>
              <a:t> de </a:t>
            </a:r>
            <a:r>
              <a:rPr kumimoji="0" lang="en-CA" b="0" i="0" u="none" strike="noStrike" kern="0" cap="none" spc="0" normalizeH="0" baseline="0" noProof="0" dirty="0" err="1">
                <a:ln w="0"/>
                <a:solidFill>
                  <a:srgbClr val="FFFFFF"/>
                </a:solidFill>
                <a:effectLst/>
                <a:uLnTx/>
                <a:uFillTx/>
                <a:latin typeface="Segoe UI Semibold"/>
                <a:ea typeface="+mn-ea"/>
                <a:cs typeface="+mn-cs"/>
              </a:rPr>
              <a:t>tareas</a:t>
            </a:r>
            <a:endParaRPr kumimoji="0" lang="en-CA" b="0" i="0" u="none" strike="noStrike" kern="0" cap="none" spc="0" normalizeH="0" baseline="0" noProof="0" dirty="0">
              <a:ln w="0"/>
              <a:solidFill>
                <a:srgbClr val="FFFFFF"/>
              </a:solidFill>
              <a:effectLst/>
              <a:uLnTx/>
              <a:uFillTx/>
              <a:latin typeface="Segoe UI Semibold"/>
              <a:ea typeface="+mn-ea"/>
              <a:cs typeface="+mn-cs"/>
            </a:endParaRPr>
          </a:p>
        </p:txBody>
      </p:sp>
      <p:sp>
        <p:nvSpPr>
          <p:cNvPr id="18" name="Rectangle: Rounded Corners 17">
            <a:extLst>
              <a:ext uri="{FF2B5EF4-FFF2-40B4-BE49-F238E27FC236}">
                <a16:creationId xmlns:a16="http://schemas.microsoft.com/office/drawing/2014/main" id="{44C05074-18CE-9112-FDA7-8719258F7A63}"/>
              </a:ext>
            </a:extLst>
          </p:cNvPr>
          <p:cNvSpPr/>
          <p:nvPr/>
        </p:nvSpPr>
        <p:spPr>
          <a:xfrm>
            <a:off x="8817714" y="3608563"/>
            <a:ext cx="2281101" cy="2348381"/>
          </a:xfrm>
          <a:prstGeom prst="roundRect">
            <a:avLst/>
          </a:prstGeom>
          <a:solidFill>
            <a:srgbClr val="091F2C">
              <a:alpha val="65000"/>
            </a:srgbClr>
          </a:solidFill>
          <a:ln w="6350" cap="flat" cmpd="sng" algn="ctr">
            <a:noFill/>
            <a:prstDash val="solid"/>
            <a:miter lim="800000"/>
          </a:ln>
          <a:effectLst/>
        </p:spPr>
        <p:txBody>
          <a:bodyPr rtlCol="0" anchor="ct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kern="0" dirty="0">
                <a:ln w="0"/>
                <a:solidFill>
                  <a:srgbClr val="FFFFFF"/>
                </a:solidFill>
                <a:latin typeface="Segoe UI Semibold"/>
              </a:rPr>
              <a:t>Con </a:t>
            </a:r>
            <a:r>
              <a:rPr lang="en-CA" kern="0" dirty="0" err="1">
                <a:ln w="0"/>
                <a:solidFill>
                  <a:srgbClr val="FFFFFF"/>
                </a:solidFill>
                <a:latin typeface="Segoe UI Semibold"/>
              </a:rPr>
              <a:t>los</a:t>
            </a:r>
            <a:r>
              <a:rPr lang="en-CA" kern="0" dirty="0">
                <a:ln w="0"/>
                <a:solidFill>
                  <a:srgbClr val="FFFFFF"/>
                </a:solidFill>
                <a:latin typeface="Segoe UI Semibold"/>
              </a:rPr>
              <a:t> plugins y </a:t>
            </a:r>
            <a:r>
              <a:rPr lang="en-CA" kern="0" dirty="0" err="1">
                <a:ln w="0"/>
                <a:solidFill>
                  <a:srgbClr val="FFFFFF"/>
                </a:solidFill>
                <a:latin typeface="Segoe UI Semibold"/>
              </a:rPr>
              <a:t>los</a:t>
            </a:r>
            <a:r>
              <a:rPr lang="en-CA" kern="0" dirty="0">
                <a:ln w="0"/>
                <a:solidFill>
                  <a:srgbClr val="FFFFFF"/>
                </a:solidFill>
                <a:latin typeface="Segoe UI Semibold"/>
              </a:rPr>
              <a:t> planners, </a:t>
            </a:r>
            <a:r>
              <a:rPr lang="en-CA" kern="0" dirty="0" err="1">
                <a:ln w="0"/>
                <a:solidFill>
                  <a:srgbClr val="FFFFFF"/>
                </a:solidFill>
                <a:latin typeface="Segoe UI Semibold"/>
              </a:rPr>
              <a:t>puedes</a:t>
            </a:r>
            <a:r>
              <a:rPr lang="en-CA" kern="0" dirty="0">
                <a:ln w="0"/>
                <a:solidFill>
                  <a:srgbClr val="FFFFFF"/>
                </a:solidFill>
                <a:latin typeface="Segoe UI Semibold"/>
              </a:rPr>
              <a:t> </a:t>
            </a:r>
            <a:r>
              <a:rPr lang="en-CA" kern="0" dirty="0" err="1">
                <a:ln w="0"/>
                <a:solidFill>
                  <a:srgbClr val="FFFFFF"/>
                </a:solidFill>
                <a:latin typeface="Segoe UI Semibold"/>
              </a:rPr>
              <a:t>crear</a:t>
            </a:r>
            <a:r>
              <a:rPr lang="en-CA" kern="0" dirty="0">
                <a:ln w="0"/>
                <a:solidFill>
                  <a:srgbClr val="FFFFFF"/>
                </a:solidFill>
                <a:latin typeface="Segoe UI Semibold"/>
              </a:rPr>
              <a:t> </a:t>
            </a:r>
            <a:r>
              <a:rPr lang="en-CA" kern="0" dirty="0" err="1">
                <a:ln w="0"/>
                <a:solidFill>
                  <a:srgbClr val="FFFFFF"/>
                </a:solidFill>
                <a:latin typeface="Segoe UI Semibold"/>
              </a:rPr>
              <a:t>agentes</a:t>
            </a:r>
            <a:r>
              <a:rPr lang="en-CA" kern="0" dirty="0">
                <a:ln w="0"/>
                <a:solidFill>
                  <a:srgbClr val="FFFFFF"/>
                </a:solidFill>
                <a:latin typeface="Segoe UI Semibold"/>
              </a:rPr>
              <a:t> para </a:t>
            </a:r>
            <a:r>
              <a:rPr lang="en-CA" kern="0" dirty="0" err="1">
                <a:ln w="0"/>
                <a:solidFill>
                  <a:srgbClr val="FFFFFF"/>
                </a:solidFill>
                <a:latin typeface="Segoe UI Semibold"/>
              </a:rPr>
              <a:t>tu</a:t>
            </a:r>
            <a:r>
              <a:rPr lang="en-CA" kern="0" dirty="0">
                <a:ln w="0"/>
                <a:solidFill>
                  <a:srgbClr val="FFFFFF"/>
                </a:solidFill>
                <a:latin typeface="Segoe UI Semibold"/>
              </a:rPr>
              <a:t> </a:t>
            </a:r>
            <a:r>
              <a:rPr lang="en-CA" kern="0" dirty="0" err="1">
                <a:ln w="0"/>
                <a:solidFill>
                  <a:srgbClr val="FFFFFF"/>
                </a:solidFill>
                <a:latin typeface="Segoe UI Semibold"/>
              </a:rPr>
              <a:t>negocio</a:t>
            </a:r>
            <a:endParaRPr kumimoji="0" lang="en-CA" b="0" i="0" u="none" strike="noStrike" kern="0" cap="none" spc="0" normalizeH="0" baseline="0" noProof="0" dirty="0">
              <a:ln w="0"/>
              <a:solidFill>
                <a:srgbClr val="FFFFFF"/>
              </a:solidFill>
              <a:effectLst/>
              <a:uLnTx/>
              <a:uFillTx/>
              <a:latin typeface="Segoe UI Semibold"/>
              <a:ea typeface="+mn-ea"/>
              <a:cs typeface="+mn-cs"/>
            </a:endParaRPr>
          </a:p>
        </p:txBody>
      </p:sp>
    </p:spTree>
    <p:extLst>
      <p:ext uri="{BB962C8B-B14F-4D97-AF65-F5344CB8AC3E}">
        <p14:creationId xmlns:p14="http://schemas.microsoft.com/office/powerpoint/2010/main" val="304326580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1D8AE-5430-0E91-3E4F-4C9DF45FD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2A4A9-C6CD-803D-3515-F68AE0FD0175}"/>
              </a:ext>
            </a:extLst>
          </p:cNvPr>
          <p:cNvSpPr txBox="1">
            <a:spLocks/>
          </p:cNvSpPr>
          <p:nvPr/>
        </p:nvSpPr>
        <p:spPr>
          <a:xfrm>
            <a:off x="1452880" y="2675112"/>
            <a:ext cx="9286240" cy="110799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gn="ctr" defTabSz="914367" fontAlgn="base">
              <a:spcAft>
                <a:spcPct val="0"/>
              </a:spcAft>
              <a:defRPr/>
            </a:pPr>
            <a:r>
              <a:rPr lang="en-GB" sz="7200" dirty="0">
                <a:solidFill>
                  <a:schemeClr val="bg1"/>
                </a:solidFill>
                <a:latin typeface="Segoe UI Semibold"/>
              </a:rPr>
              <a:t>Code </a:t>
            </a:r>
            <a:r>
              <a:rPr lang="en-GB" sz="7200" dirty="0" err="1">
                <a:solidFill>
                  <a:schemeClr val="bg1"/>
                </a:solidFill>
                <a:latin typeface="Segoe UI Semibold"/>
              </a:rPr>
              <a:t>code</a:t>
            </a:r>
            <a:r>
              <a:rPr lang="en-GB" sz="7200" dirty="0">
                <a:solidFill>
                  <a:schemeClr val="bg1"/>
                </a:solidFill>
                <a:latin typeface="Segoe UI Semibold"/>
              </a:rPr>
              <a:t> </a:t>
            </a:r>
            <a:r>
              <a:rPr lang="en-GB" sz="7200" dirty="0" err="1">
                <a:solidFill>
                  <a:schemeClr val="bg1"/>
                </a:solidFill>
                <a:latin typeface="Segoe UI Semibold"/>
              </a:rPr>
              <a:t>code</a:t>
            </a:r>
            <a:r>
              <a:rPr lang="en-GB" sz="7200" dirty="0">
                <a:solidFill>
                  <a:schemeClr val="bg1"/>
                </a:solidFill>
                <a:latin typeface="Segoe UI Semibold"/>
              </a:rPr>
              <a:t>!!</a:t>
            </a:r>
            <a:endParaRPr lang="en-US" sz="7200" dirty="0">
              <a:solidFill>
                <a:schemeClr val="bg1"/>
              </a:solidFill>
              <a:latin typeface="Segoe UI Semibold"/>
            </a:endParaRPr>
          </a:p>
        </p:txBody>
      </p:sp>
      <p:sp>
        <p:nvSpPr>
          <p:cNvPr id="3" name="TextBox 2">
            <a:extLst>
              <a:ext uri="{FF2B5EF4-FFF2-40B4-BE49-F238E27FC236}">
                <a16:creationId xmlns:a16="http://schemas.microsoft.com/office/drawing/2014/main" id="{FBE88B48-47D7-016B-5BE5-D2F30ECB7B1E}"/>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14420506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41269-3172-CF2B-1C92-6745FEC867F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CE0631-A111-26E4-B3FC-7160CC6E5BCA}"/>
              </a:ext>
            </a:extLst>
          </p:cNvPr>
          <p:cNvSpPr txBox="1"/>
          <p:nvPr/>
        </p:nvSpPr>
        <p:spPr>
          <a:xfrm>
            <a:off x="4288466" y="831158"/>
            <a:ext cx="7883590" cy="1754326"/>
          </a:xfrm>
          <a:prstGeom prst="rect">
            <a:avLst/>
          </a:prstGeom>
          <a:noFill/>
        </p:spPr>
        <p:txBody>
          <a:bodyPr wrap="square" lIns="91440" tIns="45720" rIns="91440" bIns="45720" anchor="t">
            <a:spAutoFit/>
          </a:bodyPr>
          <a:lstStyle/>
          <a:p>
            <a:pPr lvl="0" algn="ctr" defTabSz="914367">
              <a:defRPr/>
            </a:pPr>
            <a:r>
              <a:rPr lang="en-US" sz="3600" b="1" spc="-50" noProof="0" dirty="0">
                <a:ln w="3175">
                  <a:noFill/>
                </a:ln>
                <a:solidFill>
                  <a:schemeClr val="accent3"/>
                </a:solidFill>
                <a:latin typeface="Lufga" panose="020B0604020202020204" charset="0"/>
                <a:cs typeface="Segoe UI"/>
              </a:rPr>
              <a:t>Repo + slides</a:t>
            </a:r>
            <a:r>
              <a:rPr kumimoji="0" lang="en-US" sz="3600" b="1" i="0" u="none" strike="noStrike" kern="1200" cap="none" spc="-50" normalizeH="0" baseline="0" noProof="0" dirty="0">
                <a:ln w="3175">
                  <a:noFill/>
                </a:ln>
                <a:solidFill>
                  <a:schemeClr val="accent3"/>
                </a:solidFill>
                <a:effectLst/>
                <a:uLnTx/>
                <a:uFillTx/>
                <a:latin typeface="Lufga" panose="020B0604020202020204" charset="0"/>
                <a:cs typeface="Segoe UI"/>
              </a:rPr>
              <a:t>:</a:t>
            </a:r>
            <a:br>
              <a:rPr kumimoji="0" lang="en-US" sz="3600" b="1" i="0" u="none" strike="noStrike" kern="1200" cap="none" spc="-50" normalizeH="0" baseline="0" noProof="0" dirty="0">
                <a:ln w="3175">
                  <a:noFill/>
                </a:ln>
                <a:solidFill>
                  <a:schemeClr val="accent3"/>
                </a:solidFill>
                <a:effectLst/>
                <a:uLnTx/>
                <a:uFillTx/>
                <a:latin typeface="Lufga" panose="020B0604020202020204" charset="0"/>
                <a:cs typeface="Segoe UI"/>
              </a:rPr>
            </a:br>
            <a:r>
              <a:rPr lang="en-CA" sz="3600" spc="-50" dirty="0">
                <a:ln w="3175">
                  <a:noFill/>
                </a:ln>
                <a:solidFill>
                  <a:srgbClr val="FFFFFF"/>
                </a:solidFill>
                <a:latin typeface="Lufga" panose="020B0604020202020204" charset="0"/>
                <a:ea typeface="+mn-lt"/>
                <a:cs typeface="Segoe UI Semibold"/>
              </a:rPr>
              <a:t>github.com/</a:t>
            </a:r>
            <a:r>
              <a:rPr lang="en-CA" sz="3600" spc="-50" dirty="0" err="1">
                <a:ln w="3175">
                  <a:noFill/>
                </a:ln>
                <a:solidFill>
                  <a:srgbClr val="FFFFFF"/>
                </a:solidFill>
                <a:latin typeface="Lufga" panose="020B0604020202020204" charset="0"/>
                <a:ea typeface="+mn-lt"/>
                <a:cs typeface="Segoe UI Semibold"/>
              </a:rPr>
              <a:t>emimontesdeoca</a:t>
            </a:r>
            <a:r>
              <a:rPr lang="en-CA" sz="3600" spc="-50" dirty="0">
                <a:ln w="3175">
                  <a:noFill/>
                </a:ln>
                <a:solidFill>
                  <a:srgbClr val="FFFFFF"/>
                </a:solidFill>
                <a:latin typeface="Lufga" panose="020B0604020202020204" charset="0"/>
                <a:ea typeface="+mn-lt"/>
                <a:cs typeface="Segoe UI Semibold"/>
              </a:rPr>
              <a:t>/global-ai-2025-my-bots-latam</a:t>
            </a:r>
            <a:endParaRPr kumimoji="0" lang="en-US" sz="2800" b="1" i="0" u="none" strike="noStrike" kern="1200" cap="none" spc="-50" normalizeH="0" baseline="0" noProof="0" dirty="0">
              <a:ln w="3175">
                <a:noFill/>
              </a:ln>
              <a:solidFill>
                <a:srgbClr val="FFFFFF"/>
              </a:solidFill>
              <a:effectLst/>
              <a:uLnTx/>
              <a:uFillTx/>
              <a:latin typeface="Lufga" panose="020B0604020202020204" charset="0"/>
              <a:cs typeface="Segoe UI"/>
            </a:endParaRPr>
          </a:p>
        </p:txBody>
      </p:sp>
      <p:sp>
        <p:nvSpPr>
          <p:cNvPr id="3" name="TextBox 2">
            <a:extLst>
              <a:ext uri="{FF2B5EF4-FFF2-40B4-BE49-F238E27FC236}">
                <a16:creationId xmlns:a16="http://schemas.microsoft.com/office/drawing/2014/main" id="{D221AEFE-D3A3-DB09-940F-F53F0B17320B}"/>
              </a:ext>
            </a:extLst>
          </p:cNvPr>
          <p:cNvSpPr txBox="1"/>
          <p:nvPr/>
        </p:nvSpPr>
        <p:spPr>
          <a:xfrm>
            <a:off x="4601675" y="3196586"/>
            <a:ext cx="7570381" cy="2739211"/>
          </a:xfrm>
          <a:prstGeom prst="rect">
            <a:avLst/>
          </a:prstGeom>
          <a:noFill/>
        </p:spPr>
        <p:txBody>
          <a:bodyPr wrap="square" lIns="91440" tIns="45720" rIns="91440" bIns="45720" anchor="t">
            <a:spAutoFit/>
          </a:bodyPr>
          <a:lstStyle/>
          <a:p>
            <a:pPr lvl="0" algn="ctr" defTabSz="914367">
              <a:defRPr/>
            </a:pPr>
            <a:r>
              <a:rPr kumimoji="0" lang="en-US" sz="3600" b="1" i="0" u="none" strike="noStrike" kern="1200" cap="none" spc="-50" normalizeH="0" baseline="0" noProof="0" dirty="0" err="1">
                <a:ln w="3175">
                  <a:noFill/>
                </a:ln>
                <a:solidFill>
                  <a:schemeClr val="accent3"/>
                </a:solidFill>
                <a:effectLst/>
                <a:uLnTx/>
                <a:uFillTx/>
                <a:latin typeface="Lufga" panose="020B0604020202020204" charset="0"/>
                <a:cs typeface="Segoe UI"/>
              </a:rPr>
              <a:t>Documentación</a:t>
            </a:r>
            <a:r>
              <a:rPr kumimoji="0" lang="en-US" sz="3600" b="1" i="0" u="none" strike="noStrike" kern="1200" cap="none" spc="-50" normalizeH="0" baseline="0" noProof="0" dirty="0">
                <a:ln w="3175">
                  <a:noFill/>
                </a:ln>
                <a:solidFill>
                  <a:schemeClr val="accent3"/>
                </a:solidFill>
                <a:effectLst/>
                <a:uLnTx/>
                <a:uFillTx/>
                <a:latin typeface="Lufga" panose="020B0604020202020204" charset="0"/>
                <a:cs typeface="Segoe UI"/>
              </a:rPr>
              <a:t>:</a:t>
            </a:r>
            <a:br>
              <a:rPr kumimoji="0" lang="en-US" sz="3600" b="1" i="0" u="none" strike="noStrike" kern="1200" cap="none" spc="-50" normalizeH="0" baseline="0" noProof="0" dirty="0">
                <a:ln w="3175">
                  <a:noFill/>
                </a:ln>
                <a:solidFill>
                  <a:srgbClr val="8EE972"/>
                </a:solidFill>
                <a:effectLst/>
                <a:uLnTx/>
                <a:uFillTx/>
                <a:latin typeface="Lufga" panose="020B0604020202020204" charset="0"/>
                <a:cs typeface="Segoe UI"/>
              </a:rPr>
            </a:br>
            <a:r>
              <a:rPr lang="en-CA" sz="3600" spc="-50" dirty="0">
                <a:ln w="3175">
                  <a:noFill/>
                </a:ln>
                <a:solidFill>
                  <a:srgbClr val="FFFFFF"/>
                </a:solidFill>
                <a:latin typeface="Lufga" panose="020B0604020202020204" charset="0"/>
                <a:ea typeface="+mn-lt"/>
                <a:cs typeface="Segoe UI Semibold"/>
              </a:rPr>
              <a:t>https://aka.ms/semantic-kernel</a:t>
            </a:r>
          </a:p>
          <a:p>
            <a:pPr lvl="0" algn="ctr" defTabSz="914367">
              <a:defRPr/>
            </a:pPr>
            <a:r>
              <a:rPr lang="en-CA" sz="3600" spc="-50" dirty="0">
                <a:ln w="3175">
                  <a:noFill/>
                </a:ln>
                <a:solidFill>
                  <a:srgbClr val="FFFFFF"/>
                </a:solidFill>
                <a:latin typeface="Lufga" panose="020B0604020202020204" charset="0"/>
                <a:ea typeface="+mn-lt"/>
                <a:cs typeface="Segoe UI Semibold"/>
              </a:rPr>
              <a:t>https://aka.ms/ai-agents-beginners</a:t>
            </a:r>
            <a:br>
              <a:rPr kumimoji="0" lang="en-CA" sz="3600" b="0" i="0" u="none" strike="noStrike" kern="1200" cap="none" spc="-50" normalizeH="0" baseline="0" noProof="0" dirty="0">
                <a:ln w="3175">
                  <a:noFill/>
                </a:ln>
                <a:solidFill>
                  <a:srgbClr val="FFFFFF"/>
                </a:solidFill>
                <a:effectLst/>
                <a:uLnTx/>
                <a:uFillTx/>
                <a:latin typeface="Lufga" panose="020B0604020202020204" charset="0"/>
                <a:ea typeface="+mn-lt"/>
                <a:cs typeface="Segoe UI Semibold"/>
              </a:rPr>
            </a:br>
            <a:endParaRPr kumimoji="0" lang="en-US" sz="2800" b="1" i="0" u="none" strike="noStrike" kern="1200" cap="none" spc="-50" normalizeH="0" baseline="0" noProof="0" dirty="0">
              <a:ln w="3175">
                <a:noFill/>
              </a:ln>
              <a:solidFill>
                <a:srgbClr val="FFFFFF"/>
              </a:solidFill>
              <a:effectLst/>
              <a:uLnTx/>
              <a:uFillTx/>
              <a:latin typeface="Lufga" panose="020B0604020202020204" charset="0"/>
              <a:cs typeface="Segoe UI"/>
            </a:endParaRPr>
          </a:p>
        </p:txBody>
      </p:sp>
      <p:sp>
        <p:nvSpPr>
          <p:cNvPr id="4" name="TextBox 3">
            <a:extLst>
              <a:ext uri="{FF2B5EF4-FFF2-40B4-BE49-F238E27FC236}">
                <a16:creationId xmlns:a16="http://schemas.microsoft.com/office/drawing/2014/main" id="{2A6EE03B-F6BA-872D-F916-25542C873C90}"/>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pic>
        <p:nvPicPr>
          <p:cNvPr id="6" name="Picture 5">
            <a:extLst>
              <a:ext uri="{FF2B5EF4-FFF2-40B4-BE49-F238E27FC236}">
                <a16:creationId xmlns:a16="http://schemas.microsoft.com/office/drawing/2014/main" id="{D7CBCE63-9EBA-680C-AD84-F94493B3F4AE}"/>
              </a:ext>
            </a:extLst>
          </p:cNvPr>
          <p:cNvPicPr>
            <a:picLocks noChangeAspect="1"/>
          </p:cNvPicPr>
          <p:nvPr/>
        </p:nvPicPr>
        <p:blipFill>
          <a:blip r:embed="rId2"/>
          <a:stretch>
            <a:fillRect/>
          </a:stretch>
        </p:blipFill>
        <p:spPr>
          <a:xfrm>
            <a:off x="1273801" y="326065"/>
            <a:ext cx="2663103" cy="5847907"/>
          </a:xfrm>
          <a:prstGeom prst="rect">
            <a:avLst/>
          </a:prstGeom>
        </p:spPr>
      </p:pic>
    </p:spTree>
    <p:extLst>
      <p:ext uri="{BB962C8B-B14F-4D97-AF65-F5344CB8AC3E}">
        <p14:creationId xmlns:p14="http://schemas.microsoft.com/office/powerpoint/2010/main" val="353544342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7553B-D356-0759-A3F0-98B50536E541}"/>
            </a:ext>
          </a:extLst>
        </p:cNvPr>
        <p:cNvGrpSpPr/>
        <p:nvPr/>
      </p:nvGrpSpPr>
      <p:grpSpPr>
        <a:xfrm>
          <a:off x="0" y="0"/>
          <a:ext cx="0" cy="0"/>
          <a:chOff x="0" y="0"/>
          <a:chExt cx="0" cy="0"/>
        </a:xfrm>
      </p:grpSpPr>
      <p:sp>
        <p:nvSpPr>
          <p:cNvPr id="25" name="Título 24">
            <a:extLst>
              <a:ext uri="{FF2B5EF4-FFF2-40B4-BE49-F238E27FC236}">
                <a16:creationId xmlns:a16="http://schemas.microsoft.com/office/drawing/2014/main" id="{A3A1ACAE-3F3C-98FE-5E07-42D665637962}"/>
              </a:ext>
            </a:extLst>
          </p:cNvPr>
          <p:cNvSpPr>
            <a:spLocks noGrp="1"/>
          </p:cNvSpPr>
          <p:nvPr>
            <p:ph type="title" idx="4294967295"/>
          </p:nvPr>
        </p:nvSpPr>
        <p:spPr>
          <a:xfrm>
            <a:off x="794607" y="413269"/>
            <a:ext cx="6031496" cy="1107996"/>
          </a:xfrm>
        </p:spPr>
        <p:txBody>
          <a:bodyPr/>
          <a:lstStyle/>
          <a:p>
            <a:r>
              <a:rPr lang="es-PE" sz="6600" dirty="0">
                <a:solidFill>
                  <a:schemeClr val="accent3"/>
                </a:solidFill>
                <a:latin typeface="Lufga" panose="020B0604020202020204" charset="0"/>
                <a:cs typeface="Arial" panose="020B0604020202020204" pitchFamily="34" charset="0"/>
              </a:rPr>
              <a:t>¡¡Muchas gracias!!</a:t>
            </a:r>
            <a:endParaRPr lang="es-PE" sz="4400" dirty="0">
              <a:solidFill>
                <a:schemeClr val="accent3"/>
              </a:solidFill>
              <a:latin typeface="Lufga" panose="020B0604020202020204" charset="0"/>
              <a:cs typeface="Arial" panose="020B0604020202020204" pitchFamily="34" charset="0"/>
            </a:endParaRPr>
          </a:p>
        </p:txBody>
      </p:sp>
      <p:sp>
        <p:nvSpPr>
          <p:cNvPr id="2" name="TextBox 1">
            <a:extLst>
              <a:ext uri="{FF2B5EF4-FFF2-40B4-BE49-F238E27FC236}">
                <a16:creationId xmlns:a16="http://schemas.microsoft.com/office/drawing/2014/main" id="{2459A5E1-A06C-1D75-B7AF-0DE38A074F1A}"/>
              </a:ext>
            </a:extLst>
          </p:cNvPr>
          <p:cNvSpPr txBox="1"/>
          <p:nvPr/>
        </p:nvSpPr>
        <p:spPr>
          <a:xfrm>
            <a:off x="5383618" y="6352972"/>
            <a:ext cx="6741042" cy="369332"/>
          </a:xfrm>
          <a:prstGeom prst="rect">
            <a:avLst/>
          </a:prstGeom>
          <a:noFill/>
        </p:spPr>
        <p:txBody>
          <a:bodyPr wrap="square">
            <a:spAutoFit/>
          </a:bodyPr>
          <a:lstStyle/>
          <a:p>
            <a:r>
              <a:rPr lang="en-CA" sz="1800" b="1" spc="0" dirty="0">
                <a:ln>
                  <a:noFill/>
                </a:ln>
                <a:solidFill>
                  <a:schemeClr val="accent3"/>
                </a:solidFill>
                <a:latin typeface="Lufga" panose="020B0604020202020204" charset="0"/>
              </a:rPr>
              <a:t>@emimontesdocaa</a:t>
            </a:r>
            <a:endParaRPr lang="en-US" dirty="0"/>
          </a:p>
        </p:txBody>
      </p:sp>
    </p:spTree>
    <p:extLst>
      <p:ext uri="{BB962C8B-B14F-4D97-AF65-F5344CB8AC3E}">
        <p14:creationId xmlns:p14="http://schemas.microsoft.com/office/powerpoint/2010/main" val="160885993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White Template">
  <a:themeElements>
    <a:clrScheme name="Ignite Breakout - Blue on white and light gray">
      <a:dk1>
        <a:srgbClr val="000000"/>
      </a:dk1>
      <a:lt1>
        <a:srgbClr val="FFFFFF"/>
      </a:lt1>
      <a:dk2>
        <a:srgbClr val="2F2F2F"/>
      </a:dk2>
      <a:lt2>
        <a:srgbClr val="E6E6E6"/>
      </a:lt2>
      <a:accent1>
        <a:srgbClr val="0078D4"/>
      </a:accent1>
      <a:accent2>
        <a:srgbClr val="243A5E"/>
      </a:accent2>
      <a:accent3>
        <a:srgbClr val="D83B01"/>
      </a:accent3>
      <a:accent4>
        <a:srgbClr val="FFB900"/>
      </a:accent4>
      <a:accent5>
        <a:srgbClr val="2F2F2F"/>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The_Tour_2019_16x9_Breakout_Template.potx" id="{7A800238-3B18-4E5C-A4B5-81384B4F72C7}" vid="{41785C71-9316-47A7-95AF-D6C69A7E72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PresentationsDoc" ma:contentTypeID="0x010100606EF5350B4AC34299E527B9221D6B5E001A2DF7EB5935C14F830206357EC2322C" ma:contentTypeVersion="34" ma:contentTypeDescription="" ma:contentTypeScope="" ma:versionID="b48d6a27735be7714bdd88c81c28b068">
  <xsd:schema xmlns:xsd="http://www.w3.org/2001/XMLSchema" xmlns:xs="http://www.w3.org/2001/XMLSchema" xmlns:p="http://schemas.microsoft.com/office/2006/metadata/properties" xmlns:ns1="http://schemas.microsoft.com/sharepoint/v3" xmlns:ns2="5a4b3278-325d-441a-b38f-6f1926bc734e" xmlns:ns3="230e9df3-be65-4c73-a93b-d1236ebd677e" xmlns:ns5="9d1f81f6-e953-47ea-988e-33ed651c58e6" targetNamespace="http://schemas.microsoft.com/office/2006/metadata/properties" ma:root="true" ma:fieldsID="61aa76b7b235bae3242d4a7e9080af88" ns1:_="" ns2:_="" ns3:_="" ns5:_="">
    <xsd:import namespace="http://schemas.microsoft.com/sharepoint/v3"/>
    <xsd:import namespace="5a4b3278-325d-441a-b38f-6f1926bc734e"/>
    <xsd:import namespace="230e9df3-be65-4c73-a93b-d1236ebd677e"/>
    <xsd:import namespace="9d1f81f6-e953-47ea-988e-33ed651c58e6"/>
    <xsd:element name="properties">
      <xsd:complexType>
        <xsd:sequence>
          <xsd:element name="documentManagement">
            <xsd:complexType>
              <xsd:all>
                <xsd:element ref="ns2:o33121adfc264c7dbcad13be7db3ea4b" minOccurs="0"/>
                <xsd:element ref="ns3:TaxCatchAll" minOccurs="0"/>
                <xsd:element ref="ns3:TaxCatchAllLabel" minOccurs="0"/>
                <xsd:element ref="ns2:c4b02e5b2c48420dbed84c0f2f02e9a3" minOccurs="0"/>
                <xsd:element ref="ns2:ba5aa7e3a41a404e868a451481761228" minOccurs="0"/>
                <xsd:element ref="ns2:Event_x0020_Start_x0020_Date" minOccurs="0"/>
                <xsd:element ref="ns2:Event_x0020_End_x0020_Date" minOccurs="0"/>
                <xsd:element ref="ns2:Presentation_x0020_Date" minOccurs="0"/>
                <xsd:element ref="ns2:MS_x0020_Speaker" minOccurs="0"/>
                <xsd:element ref="ns2:External_x0020_Speaker" minOccurs="0"/>
                <xsd:element ref="ns2:j129f3114929433a812312450a84994c" minOccurs="0"/>
                <xsd:element ref="ns2:e1750f71052543bd8c4d7217e9f56da0" minOccurs="0"/>
                <xsd:element ref="ns2:Session_x0020_Code" minOccurs="0"/>
                <xsd:element ref="ns2:MS_x0020_Content_x0020_Owner" minOccurs="0"/>
                <xsd:element ref="ns2:j478fa01fff54a9d85f93cc1f742caa8" minOccurs="0"/>
                <xsd:element ref="ns2:n26c0b7259a14f82a9880173edc4cb73" minOccurs="0"/>
                <xsd:element ref="ns1:AverageRating" minOccurs="0"/>
                <xsd:element ref="ns1:RatingCount" minOccurs="0"/>
                <xsd:element ref="ns1:LikesCount" minOccurs="0"/>
                <xsd:element ref="ns3:TaxKeywordTaxHTField" minOccurs="0"/>
                <xsd:element ref="ns2:SharedWithUsers" minOccurs="0"/>
                <xsd:element ref="ns2:SharedWithDetails" minOccurs="0"/>
                <xsd:element ref="ns2:LastSharedByUser" minOccurs="0"/>
                <xsd:element ref="ns2:LastSharedByTime" minOccurs="0"/>
                <xsd:element ref="ns5:MediaServiceMetadata" minOccurs="0"/>
                <xsd:element ref="ns5:MediaServiceFastMetadata" minOccurs="0"/>
                <xsd:element ref="ns5:MediaServiceEventHashCode" minOccurs="0"/>
                <xsd:element ref="ns5:MediaServiceGenerationTime" minOccurs="0"/>
                <xsd:element ref="ns1:_ip_UnifiedCompliancePolicyProperties" minOccurs="0"/>
                <xsd:element ref="ns1:_ip_UnifiedCompliancePolicyUIAction" minOccurs="0"/>
                <xsd:element ref="ns5:MediaServiceAutoKeyPoints" minOccurs="0"/>
                <xsd:element ref="ns5:MediaServiceKeyPoints" minOccurs="0"/>
                <xsd:element ref="ns5:MediaServiceDateTaken" minOccurs="0"/>
                <xsd:element ref="ns5: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1" nillable="true" ma:displayName="Rating (0-5)" ma:decimals="2" ma:description="Average value of all the ratings that have been submitted" ma:internalName="AverageRating" ma:readOnly="true">
      <xsd:simpleType>
        <xsd:restriction base="dms:Number"/>
      </xsd:simpleType>
    </xsd:element>
    <xsd:element name="RatingCount" ma:index="32" nillable="true" ma:displayName="Number of Ratings" ma:decimals="0" ma:description="Number of ratings submitted" ma:internalName="RatingCount" ma:readOnly="true">
      <xsd:simpleType>
        <xsd:restriction base="dms:Number"/>
      </xsd:simpleType>
    </xsd:element>
    <xsd:element name="LikesCount" ma:index="33" nillable="true" ma:displayName="Number of Likes" ma:internalName="LikesCount">
      <xsd:simpleType>
        <xsd:restriction base="dms:Unknown"/>
      </xsd:simpleType>
    </xsd:element>
    <xsd:element name="_ip_UnifiedCompliancePolicyProperties" ma:index="45" nillable="true" ma:displayName="Unified Compliance Policy Properties" ma:hidden="true" ma:internalName="_ip_UnifiedCompliancePolicyProperties">
      <xsd:simpleType>
        <xsd:restriction base="dms:Note"/>
      </xsd:simpleType>
    </xsd:element>
    <xsd:element name="_ip_UnifiedCompliancePolicyUIAction" ma:index="4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4b3278-325d-441a-b38f-6f1926bc734e" elementFormDefault="qualified">
    <xsd:import namespace="http://schemas.microsoft.com/office/2006/documentManagement/types"/>
    <xsd:import namespace="http://schemas.microsoft.com/office/infopath/2007/PartnerControls"/>
    <xsd:element name="o33121adfc264c7dbcad13be7db3ea4b" ma:index="8" nillable="true" ma:taxonomy="true" ma:internalName="o33121adfc264c7dbcad13be7db3ea4b" ma:taxonomyFieldName="Event_x0020_Name" ma:displayName="Event Name" ma:default="" ma:fieldId="{833121ad-fc26-4c7d-bcad-13be7db3ea4b}" ma:sspId="e385fb40-52d4-4fae-9c5b-3e8ff8a5878e" ma:termSetId="32cfb7b5-aebe-4989-95ed-0d5619f5d6c0" ma:anchorId="eaa4d92a-3824-4a49-92be-7ef169e4e325" ma:open="false" ma:isKeyword="false">
      <xsd:complexType>
        <xsd:sequence>
          <xsd:element ref="pc:Terms" minOccurs="0" maxOccurs="1"/>
        </xsd:sequence>
      </xsd:complexType>
    </xsd:element>
    <xsd:element name="c4b02e5b2c48420dbed84c0f2f02e9a3" ma:index="12" nillable="true" ma:taxonomy="true" ma:internalName="c4b02e5b2c48420dbed84c0f2f02e9a3" ma:taxonomyFieldName="Event_x0020_Location" ma:displayName="Event Location" ma:default="" ma:fieldId="{c4b02e5b-2c48-420d-bed8-4c0f2f02e9a3}" ma:sspId="e385fb40-52d4-4fae-9c5b-3e8ff8a5878e" ma:termSetId="ff02addd-433e-4baa-a831-22be402789db" ma:anchorId="00000000-0000-0000-0000-000000000000" ma:open="false" ma:isKeyword="false">
      <xsd:complexType>
        <xsd:sequence>
          <xsd:element ref="pc:Terms" minOccurs="0" maxOccurs="1"/>
        </xsd:sequence>
      </xsd:complexType>
    </xsd:element>
    <xsd:element name="ba5aa7e3a41a404e868a451481761228" ma:index="14" nillable="true" ma:taxonomy="true" ma:internalName="ba5aa7e3a41a404e868a451481761228" ma:taxonomyFieldName="Event_x0020_Venue" ma:displayName="Event Venue" ma:default="" ma:fieldId="{ba5aa7e3-a41a-404e-868a-451481761228}" ma:sspId="e385fb40-52d4-4fae-9c5b-3e8ff8a5878e" ma:termSetId="ff02addd-433e-4baa-a831-22be402789db" ma:anchorId="d989be80-0593-11e1-be50-0800200c9a66" ma:open="false" ma:isKeyword="false">
      <xsd:complexType>
        <xsd:sequence>
          <xsd:element ref="pc:Terms" minOccurs="0" maxOccurs="1"/>
        </xsd:sequence>
      </xsd:complexType>
    </xsd:element>
    <xsd:element name="Event_x0020_Start_x0020_Date" ma:index="16" nillable="true" ma:displayName="Event Start Date" ma:format="DateOnly" ma:internalName="Event_x0020_Start_x0020_Date">
      <xsd:simpleType>
        <xsd:restriction base="dms:DateTime"/>
      </xsd:simpleType>
    </xsd:element>
    <xsd:element name="Event_x0020_End_x0020_Date" ma:index="17" nillable="true" ma:displayName="Event End Date" ma:format="DateOnly" ma:internalName="Event_x0020_End_x0020_Date">
      <xsd:simpleType>
        <xsd:restriction base="dms:DateTime"/>
      </xsd:simpleType>
    </xsd:element>
    <xsd:element name="Presentation_x0020_Date" ma:index="18" nillable="true" ma:displayName="Presentation Date" ma:format="DateOnly" ma:internalName="Presentation_x0020_Date">
      <xsd:simpleType>
        <xsd:restriction base="dms:DateTime"/>
      </xsd:simpleType>
    </xsd:element>
    <xsd:element name="MS_x0020_Speaker" ma:index="19" nillable="true" ma:displayName="MS Speaker" ma:list="UserInfo" ma:SharePointGroup="0" ma:internalName="MS_x0020_Speaker"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20" nillable="true" ma:displayName="External Speaker" ma:internalName="External_x0020_Speaker">
      <xsd:simpleType>
        <xsd:restriction base="dms:Text">
          <xsd:maxLength value="255"/>
        </xsd:restriction>
      </xsd:simpleType>
    </xsd:element>
    <xsd:element name="j129f3114929433a812312450a84994c" ma:index="21" nillable="true" ma:taxonomy="true" ma:internalName="j129f3114929433a812312450a84994c" ma:taxonomyFieldName="Product" ma:displayName="Product" ma:default="" ma:fieldId="{3129f311-4929-433a-8123-12450a84994c}" ma:taxonomyMulti="true" ma:sspId="e385fb40-52d4-4fae-9c5b-3e8ff8a5878e" ma:termSetId="e8298524-23d5-441d-8e61-21bed1c2c470" ma:anchorId="00000000-0000-0000-0000-000000000000" ma:open="false" ma:isKeyword="false">
      <xsd:complexType>
        <xsd:sequence>
          <xsd:element ref="pc:Terms" minOccurs="0" maxOccurs="1"/>
        </xsd:sequence>
      </xsd:complexType>
    </xsd:element>
    <xsd:element name="e1750f71052543bd8c4d7217e9f56da0" ma:index="23" nillable="true" ma:taxonomy="true" ma:internalName="e1750f71052543bd8c4d7217e9f56da0" ma:taxonomyFieldName="Campaign" ma:displayName="Campaign" ma:default="" ma:fieldId="{e1750f71-0525-43bd-8c4d-7217e9f56da0}" ma:taxonomyMulti="true" ma:sspId="e385fb40-52d4-4fae-9c5b-3e8ff8a5878e" ma:termSetId="eb6054b1-3a98-4c79-97b4-d20150dd266e" ma:anchorId="a7bf803d-fc4f-4bb4-903c-88e76437cc17" ma:open="false" ma:isKeyword="false">
      <xsd:complexType>
        <xsd:sequence>
          <xsd:element ref="pc:Terms" minOccurs="0" maxOccurs="1"/>
        </xsd:sequence>
      </xsd:complexType>
    </xsd:element>
    <xsd:element name="Session_x0020_Code" ma:index="25" nillable="true" ma:displayName="Session Code" ma:internalName="Session_x0020_Code">
      <xsd:simpleType>
        <xsd:restriction base="dms:Text">
          <xsd:maxLength value="255"/>
        </xsd:restriction>
      </xsd:simpleType>
    </xsd:element>
    <xsd:element name="MS_x0020_Content_x0020_Owner" ma:index="26"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j478fa01fff54a9d85f93cc1f742caa8" ma:index="27" nillable="true" ma:taxonomy="true" ma:internalName="j478fa01fff54a9d85f93cc1f742caa8" ma:taxonomyFieldName="Track" ma:displayName="Track" ma:default="" ma:fieldId="{3478fa01-fff5-4a9d-85f9-3cc1f742caa8}" ma:sspId="e385fb40-52d4-4fae-9c5b-3e8ff8a5878e" ma:termSetId="3d852f0a-ed69-4ada-86bc-dbe628c826af" ma:anchorId="00000000-0000-0000-0000-000000000000" ma:open="true" ma:isKeyword="false">
      <xsd:complexType>
        <xsd:sequence>
          <xsd:element ref="pc:Terms" minOccurs="0" maxOccurs="1"/>
        </xsd:sequence>
      </xsd:complexType>
    </xsd:element>
    <xsd:element name="n26c0b7259a14f82a9880173edc4cb73" ma:index="29" nillable="true" ma:taxonomy="true" ma:internalName="n26c0b7259a14f82a9880173edc4cb73" ma:taxonomyFieldName="Audience1" ma:displayName="Audience" ma:default="" ma:fieldId="{726c0b72-59a1-4f82-a988-0173edc4cb73}" ma:taxonomyMulti="true" ma:sspId="e385fb40-52d4-4fae-9c5b-3e8ff8a5878e" ma:termSetId="02c0b350-7782-44ed-b079-a5ef0c1b9fe9" ma:anchorId="00000000-0000-0000-0000-000000000000" ma:open="false" ma:isKeyword="false">
      <xsd:complexType>
        <xsd:sequence>
          <xsd:element ref="pc:Terms" minOccurs="0" maxOccurs="1"/>
        </xsd:sequence>
      </xsd:complexType>
    </xsd:element>
    <xsd:element name="SharedWithUsers" ma:index="37"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8" nillable="true" ma:displayName="Shared With Details" ma:description="" ma:internalName="SharedWithDetails" ma:readOnly="true">
      <xsd:simpleType>
        <xsd:restriction base="dms:Note">
          <xsd:maxLength value="255"/>
        </xsd:restriction>
      </xsd:simpleType>
    </xsd:element>
    <xsd:element name="LastSharedByUser" ma:index="39" nillable="true" ma:displayName="Last Shared By User" ma:description="" ma:internalName="LastSharedByUser" ma:readOnly="true">
      <xsd:simpleType>
        <xsd:restriction base="dms:Note">
          <xsd:maxLength value="255"/>
        </xsd:restriction>
      </xsd:simpleType>
    </xsd:element>
    <xsd:element name="LastSharedByTime" ma:index="40"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9" nillable="true" ma:displayName="Taxonomy Catch All Column" ma:description="" ma:hidden="true" ma:list="{8a521885-91de-4219-9471-899125a19f6f}" ma:internalName="TaxCatchAll" ma:showField="CatchAllData" ma:web="5a4b3278-325d-441a-b38f-6f1926bc734e">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description="" ma:hidden="true" ma:list="{8a521885-91de-4219-9471-899125a19f6f}" ma:internalName="TaxCatchAllLabel" ma:readOnly="true" ma:showField="CatchAllDataLabel" ma:web="5a4b3278-325d-441a-b38f-6f1926bc734e">
      <xsd:complexType>
        <xsd:complexContent>
          <xsd:extension base="dms:MultiChoiceLookup">
            <xsd:sequence>
              <xsd:element name="Value" type="dms:Lookup" maxOccurs="unbounded" minOccurs="0" nillable="true"/>
            </xsd:sequence>
          </xsd:extension>
        </xsd:complexContent>
      </xsd:complexType>
    </xsd:element>
    <xsd:element name="TaxKeywordTaxHTField" ma:index="35" nillable="true" ma:taxonomy="true" ma:internalName="TaxKeywordTaxHTField" ma:taxonomyFieldName="TaxKeyword" ma:displayName="Enterprise Keywords"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d1f81f6-e953-47ea-988e-33ed651c58e6" elementFormDefault="qualified">
    <xsd:import namespace="http://schemas.microsoft.com/office/2006/documentManagement/types"/>
    <xsd:import namespace="http://schemas.microsoft.com/office/infopath/2007/PartnerControls"/>
    <xsd:element name="MediaServiceMetadata" ma:index="41" nillable="true" ma:displayName="MediaServiceMetadata" ma:hidden="true" ma:internalName="MediaServiceMetadata" ma:readOnly="true">
      <xsd:simpleType>
        <xsd:restriction base="dms:Note"/>
      </xsd:simpleType>
    </xsd:element>
    <xsd:element name="MediaServiceFastMetadata" ma:index="42" nillable="true" ma:displayName="MediaServiceFastMetadata" ma:hidden="true" ma:internalName="MediaServiceFastMetadata" ma:readOnly="true">
      <xsd:simpleType>
        <xsd:restriction base="dms:Note"/>
      </xsd:simpleType>
    </xsd:element>
    <xsd:element name="MediaServiceEventHashCode" ma:index="43" nillable="true" ma:displayName="MediaServiceEventHashCode" ma:hidden="true" ma:internalName="MediaServiceEventHashCode" ma:readOnly="true">
      <xsd:simpleType>
        <xsd:restriction base="dms:Text"/>
      </xsd:simpleType>
    </xsd:element>
    <xsd:element name="MediaServiceGenerationTime" ma:index="44" nillable="true" ma:displayName="MediaServiceGenerationTime" ma:hidden="true" ma:internalName="MediaServiceGenerationTime" ma:readOnly="true">
      <xsd:simpleType>
        <xsd:restriction base="dms:Text"/>
      </xsd:simpleType>
    </xsd:element>
    <xsd:element name="MediaServiceAutoKeyPoints" ma:index="47" nillable="true" ma:displayName="MediaServiceAutoKeyPoints" ma:hidden="true" ma:internalName="MediaServiceAutoKeyPoints" ma:readOnly="true">
      <xsd:simpleType>
        <xsd:restriction base="dms:Note"/>
      </xsd:simpleType>
    </xsd:element>
    <xsd:element name="MediaServiceKeyPoints" ma:index="48" nillable="true" ma:displayName="KeyPoints" ma:internalName="MediaServiceKeyPoints" ma:readOnly="true">
      <xsd:simpleType>
        <xsd:restriction base="dms:Note">
          <xsd:maxLength value="255"/>
        </xsd:restriction>
      </xsd:simpleType>
    </xsd:element>
    <xsd:element name="MediaServiceDateTaken" ma:index="49" nillable="true" ma:displayName="MediaServiceDateTaken" ma:hidden="true" ma:internalName="MediaServiceDateTaken" ma:readOnly="true">
      <xsd:simpleType>
        <xsd:restriction base="dms:Text"/>
      </xsd:simpleType>
    </xsd:element>
    <xsd:element name="MediaServiceOCR" ma:index="50"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3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9d1f81f6-e953-47ea-988e-33ed651c58e6" xsi:nil="true"/>
    <External_x0020_Speaker xmlns="5a4b3278-325d-441a-b38f-6f1926bc734e" xsi:nil="true"/>
    <j478fa01fff54a9d85f93cc1f742caa8 xmlns="5a4b3278-325d-441a-b38f-6f1926bc734e">
      <Terms xmlns="http://schemas.microsoft.com/office/infopath/2007/PartnerControls"/>
    </j478fa01fff54a9d85f93cc1f742caa8>
    <Event_x0020_End_x0020_Date xmlns="5a4b3278-325d-441a-b38f-6f1926bc734e" xsi:nil="true"/>
    <LikesCount xmlns="http://schemas.microsoft.com/sharepoint/v3" xsi:nil="true"/>
    <MS_x0020_Speaker xmlns="5a4b3278-325d-441a-b38f-6f1926bc734e">
      <UserInfo>
        <DisplayName/>
        <AccountId xsi:nil="true"/>
        <AccountType/>
      </UserInfo>
    </MS_x0020_Speaker>
    <o33121adfc264c7dbcad13be7db3ea4b xmlns="5a4b3278-325d-441a-b38f-6f1926bc734e">
      <Terms xmlns="http://schemas.microsoft.com/office/infopath/2007/PartnerControls"/>
    </o33121adfc264c7dbcad13be7db3ea4b>
    <Session_x0020_Code xmlns="5a4b3278-325d-441a-b38f-6f1926bc734e" xsi:nil="true"/>
    <Presentation_x0020_Date xmlns="5a4b3278-325d-441a-b38f-6f1926bc734e" xsi:nil="true"/>
    <ba5aa7e3a41a404e868a451481761228 xmlns="5a4b3278-325d-441a-b38f-6f1926bc734e">
      <Terms xmlns="http://schemas.microsoft.com/office/infopath/2007/PartnerControls"/>
    </ba5aa7e3a41a404e868a451481761228>
    <n26c0b7259a14f82a9880173edc4cb73 xmlns="5a4b3278-325d-441a-b38f-6f1926bc734e">
      <Terms xmlns="http://schemas.microsoft.com/office/infopath/2007/PartnerControls"/>
    </n26c0b7259a14f82a9880173edc4cb73>
    <c4b02e5b2c48420dbed84c0f2f02e9a3 xmlns="5a4b3278-325d-441a-b38f-6f1926bc734e">
      <Terms xmlns="http://schemas.microsoft.com/office/infopath/2007/PartnerControls"/>
    </c4b02e5b2c48420dbed84c0f2f02e9a3>
    <Event_x0020_Start_x0020_Date xmlns="5a4b3278-325d-441a-b38f-6f1926bc734e" xsi:nil="true"/>
    <MS_x0020_Content_x0020_Owner xmlns="5a4b3278-325d-441a-b38f-6f1926bc734e">
      <UserInfo>
        <DisplayName/>
        <AccountId xsi:nil="true"/>
        <AccountType/>
      </UserInfo>
    </MS_x0020_Content_x0020_Owner>
    <TaxKeywordTaxHTField xmlns="230e9df3-be65-4c73-a93b-d1236ebd677e">
      <Terms xmlns="http://schemas.microsoft.com/office/infopath/2007/PartnerControls">
        <TermInfo xmlns="http://schemas.microsoft.com/office/infopath/2007/PartnerControls">
          <TermName xmlns="http://schemas.microsoft.com/office/infopath/2007/PartnerControls">Microsoft Ignite The Tour FY20</TermName>
          <TermId xmlns="http://schemas.microsoft.com/office/infopath/2007/PartnerControls">00000000-0000-0000-0000-000000000000</TermId>
        </TermInfo>
      </Terms>
    </TaxKeywordTaxHTField>
    <j129f3114929433a812312450a84994c xmlns="5a4b3278-325d-441a-b38f-6f1926bc734e">
      <Terms xmlns="http://schemas.microsoft.com/office/infopath/2007/PartnerControls"/>
    </j129f3114929433a812312450a84994c>
    <TaxCatchAll xmlns="230e9df3-be65-4c73-a93b-d1236ebd677e">
      <Value>251</Value>
    </TaxCatchAll>
    <e1750f71052543bd8c4d7217e9f56da0 xmlns="5a4b3278-325d-441a-b38f-6f1926bc734e">
      <Terms xmlns="http://schemas.microsoft.com/office/infopath/2007/PartnerControls"/>
    </e1750f71052543bd8c4d7217e9f56da0>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5FD152-D4B9-485B-9213-BB78FF8ABC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a4b3278-325d-441a-b38f-6f1926bc734e"/>
    <ds:schemaRef ds:uri="230e9df3-be65-4c73-a93b-d1236ebd677e"/>
    <ds:schemaRef ds:uri="9d1f81f6-e953-47ea-988e-33ed651c58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90F116-B58F-4255-B05B-DA3808E0E5C6}">
  <ds:schemaRefs>
    <ds:schemaRef ds:uri="http://purl.org/dc/terms/"/>
    <ds:schemaRef ds:uri="http://schemas.microsoft.com/office/2006/documentManagement/types"/>
    <ds:schemaRef ds:uri="http://purl.org/dc/dcmitype/"/>
    <ds:schemaRef ds:uri="http://schemas.microsoft.com/office/2006/metadata/properties"/>
    <ds:schemaRef ds:uri="230e9df3-be65-4c73-a93b-d1236ebd677e"/>
    <ds:schemaRef ds:uri="http://schemas.microsoft.com/sharepoint/v3"/>
    <ds:schemaRef ds:uri="http://www.w3.org/XML/1998/namespace"/>
    <ds:schemaRef ds:uri="5a4b3278-325d-441a-b38f-6f1926bc734e"/>
    <ds:schemaRef ds:uri="http://schemas.microsoft.com/office/infopath/2007/PartnerControls"/>
    <ds:schemaRef ds:uri="http://schemas.openxmlformats.org/package/2006/metadata/core-properties"/>
    <ds:schemaRef ds:uri="9d1f81f6-e953-47ea-988e-33ed651c58e6"/>
    <ds:schemaRef ds:uri="http://purl.org/dc/elements/1.1/"/>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1608</TotalTime>
  <Words>470</Words>
  <Application>Microsoft Office PowerPoint</Application>
  <PresentationFormat>Widescreen</PresentationFormat>
  <Paragraphs>78</Paragraphs>
  <Slides>17</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Wingdings</vt:lpstr>
      <vt:lpstr>Lufga</vt:lpstr>
      <vt:lpstr>Arial</vt:lpstr>
      <vt:lpstr>Segoe UI Semibold</vt:lpstr>
      <vt:lpstr>Quicksand</vt:lpstr>
      <vt:lpstr>Segoe UI</vt:lpstr>
      <vt:lpstr>White Template</vt:lpstr>
      <vt:lpstr>CorelDRAW</vt:lpstr>
      <vt:lpstr>Semantic Kernel: Revoluciona tus aplicaciones con IA nativa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¡¡Muchas gracias!!</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Microsoft Ignite The Tour FY20</dc:subject>
  <dc:creator>Lacey Butler</dc:creator>
  <cp:keywords>Microsoft Ignite The Tour FY20</cp:keywords>
  <dc:description/>
  <cp:lastModifiedBy>Emiliano Montesdeoca del Puerto</cp:lastModifiedBy>
  <cp:revision>102</cp:revision>
  <dcterms:created xsi:type="dcterms:W3CDTF">2019-08-09T15:41:27Z</dcterms:created>
  <dcterms:modified xsi:type="dcterms:W3CDTF">2025-04-08T11:36:15Z</dcterms:modified>
  <cp:category>Microsoft Ignite The Tour FY20</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0x010100606EF5350B4AC34299E527B9221D6B5E001A2DF7EB5935C14F830206357EC2322C</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TaxKeyword">
    <vt:lpwstr>251;#Microsoft Ignite The Tour FY20|92cd8354-19e0-47e3-879f-674e86e0d77f</vt:lpwstr>
  </property>
</Properties>
</file>